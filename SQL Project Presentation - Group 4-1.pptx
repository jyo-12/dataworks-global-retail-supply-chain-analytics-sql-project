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971" r:id="rId2"/>
  </p:sldMasterIdLst>
  <p:notesMasterIdLst>
    <p:notesMasterId r:id="rId16"/>
  </p:notesMasterIdLst>
  <p:sldIdLst>
    <p:sldId id="271" r:id="rId3"/>
    <p:sldId id="278" r:id="rId4"/>
    <p:sldId id="267" r:id="rId5"/>
    <p:sldId id="259" r:id="rId6"/>
    <p:sldId id="279" r:id="rId7"/>
    <p:sldId id="258" r:id="rId8"/>
    <p:sldId id="276" r:id="rId9"/>
    <p:sldId id="274" r:id="rId10"/>
    <p:sldId id="273" r:id="rId11"/>
    <p:sldId id="275" r:id="rId12"/>
    <p:sldId id="268" r:id="rId13"/>
    <p:sldId id="27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3D33B-E60A-4B92-AC73-542D6073152D}" v="662" dt="2025-08-02T11:10:2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5"/>
    <p:restoredTop sz="89952"/>
  </p:normalViewPr>
  <p:slideViewPr>
    <p:cSldViewPr snapToGrid="0">
      <p:cViewPr varScale="1">
        <p:scale>
          <a:sx n="64" d="100"/>
          <a:sy n="64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hsna ragunath" userId="5c7a05ca4d14ecf8" providerId="LiveId" clId="{D6AD18A9-FD22-4414-A909-BA922D9FD28C}"/>
    <pc:docChg chg="undo custSel addSld modSld">
      <pc:chgData name="jyothsna ragunath" userId="5c7a05ca4d14ecf8" providerId="LiveId" clId="{D6AD18A9-FD22-4414-A909-BA922D9FD28C}" dt="2025-08-02T16:23:30.301" v="31" actId="14100"/>
      <pc:docMkLst>
        <pc:docMk/>
      </pc:docMkLst>
      <pc:sldChg chg="addSp modSp new mod">
        <pc:chgData name="jyothsna ragunath" userId="5c7a05ca4d14ecf8" providerId="LiveId" clId="{D6AD18A9-FD22-4414-A909-BA922D9FD28C}" dt="2025-08-02T16:23:30.301" v="31" actId="14100"/>
        <pc:sldMkLst>
          <pc:docMk/>
          <pc:sldMk cId="3582684628" sldId="279"/>
        </pc:sldMkLst>
        <pc:spChg chg="mod ord">
          <ac:chgData name="jyothsna ragunath" userId="5c7a05ca4d14ecf8" providerId="LiveId" clId="{D6AD18A9-FD22-4414-A909-BA922D9FD28C}" dt="2025-08-02T16:22:51.813" v="23" actId="1076"/>
          <ac:spMkLst>
            <pc:docMk/>
            <pc:sldMk cId="3582684628" sldId="279"/>
            <ac:spMk id="2" creationId="{041ECBF9-19E2-91E2-ED03-76BD6D7B92BB}"/>
          </ac:spMkLst>
        </pc:spChg>
        <pc:picChg chg="add mod">
          <ac:chgData name="jyothsna ragunath" userId="5c7a05ca4d14ecf8" providerId="LiveId" clId="{D6AD18A9-FD22-4414-A909-BA922D9FD28C}" dt="2025-08-02T16:23:30.301" v="31" actId="14100"/>
          <ac:picMkLst>
            <pc:docMk/>
            <pc:sldMk cId="3582684628" sldId="279"/>
            <ac:picMk id="5" creationId="{3AAFC8DD-3C87-25F5-FB0B-D8E6A143B8C6}"/>
          </ac:picMkLst>
        </pc:picChg>
      </pc:sldChg>
    </pc:docChg>
  </pc:docChgLst>
  <pc:docChgLst>
    <pc:chgData name="Sharma, Praveen Kumar" userId="fbd8a67d-fc98-495b-a6e4-8479048b7c52" providerId="ADAL" clId="{D203D33B-E60A-4B92-AC73-542D6073152D}"/>
    <pc:docChg chg="undo custSel addSld delSld modSld sldOrd">
      <pc:chgData name="Sharma, Praveen Kumar" userId="fbd8a67d-fc98-495b-a6e4-8479048b7c52" providerId="ADAL" clId="{D203D33B-E60A-4B92-AC73-542D6073152D}" dt="2025-08-02T11:10:42.037" v="1499"/>
      <pc:docMkLst>
        <pc:docMk/>
      </pc:docMkLst>
      <pc:sldChg chg="addSp delSp modSp del mod delDesignElem chgLayout">
        <pc:chgData name="Sharma, Praveen Kumar" userId="fbd8a67d-fc98-495b-a6e4-8479048b7c52" providerId="ADAL" clId="{D203D33B-E60A-4B92-AC73-542D6073152D}" dt="2025-08-02T11:10:11.519" v="1492" actId="47"/>
        <pc:sldMkLst>
          <pc:docMk/>
          <pc:sldMk cId="316635729" sldId="256"/>
        </pc:sldMkLst>
        <pc:spChg chg="add del mod ord">
          <ac:chgData name="Sharma, Praveen Kumar" userId="fbd8a67d-fc98-495b-a6e4-8479048b7c52" providerId="ADAL" clId="{D203D33B-E60A-4B92-AC73-542D6073152D}" dt="2025-08-02T11:07:07.036" v="1422" actId="6264"/>
          <ac:spMkLst>
            <pc:docMk/>
            <pc:sldMk cId="316635729" sldId="256"/>
            <ac:spMk id="2" creationId="{6744964D-1641-0D13-DF99-8E4AF0FC0817}"/>
          </ac:spMkLst>
        </pc:spChg>
        <pc:spChg chg="add del mod ord">
          <ac:chgData name="Sharma, Praveen Kumar" userId="fbd8a67d-fc98-495b-a6e4-8479048b7c52" providerId="ADAL" clId="{D203D33B-E60A-4B92-AC73-542D6073152D}" dt="2025-08-02T11:07:07.036" v="1422" actId="6264"/>
          <ac:spMkLst>
            <pc:docMk/>
            <pc:sldMk cId="316635729" sldId="256"/>
            <ac:spMk id="3" creationId="{78E439E6-614A-79F9-B6F0-B5A3CFDA74F6}"/>
          </ac:spMkLst>
        </pc:spChg>
        <pc:spChg chg="mod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5" creationId="{1723CE90-20B8-DA03-B795-30C740C8791C}"/>
          </ac:spMkLst>
        </pc:spChg>
        <pc:spChg chg="add del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49" creationId="{6C4028FD-8BAA-4A19-BFDE-594D991B7552}"/>
          </ac:spMkLst>
        </pc:spChg>
        <pc:spChg chg="add del">
          <ac:chgData name="Sharma, Praveen Kumar" userId="fbd8a67d-fc98-495b-a6e4-8479048b7c52" providerId="ADAL" clId="{D203D33B-E60A-4B92-AC73-542D6073152D}" dt="2025-08-02T11:07:23.900" v="1425" actId="26606"/>
          <ac:spMkLst>
            <pc:docMk/>
            <pc:sldMk cId="316635729" sldId="256"/>
            <ac:spMk id="54" creationId="{BACC6370-2D7E-4714-9D71-7542949D7D5D}"/>
          </ac:spMkLst>
        </pc:spChg>
        <pc:spChg chg="add del">
          <ac:chgData name="Sharma, Praveen Kumar" userId="fbd8a67d-fc98-495b-a6e4-8479048b7c52" providerId="ADAL" clId="{D203D33B-E60A-4B92-AC73-542D6073152D}" dt="2025-08-02T11:07:32.408" v="1429" actId="26606"/>
          <ac:spMkLst>
            <pc:docMk/>
            <pc:sldMk cId="316635729" sldId="256"/>
            <ac:spMk id="55" creationId="{E51BA4DF-2BD4-4EC2-B1DB-B27C8AC71864}"/>
          </ac:spMkLst>
        </pc:spChg>
        <pc:spChg chg="add del">
          <ac:chgData name="Sharma, Praveen Kumar" userId="fbd8a67d-fc98-495b-a6e4-8479048b7c52" providerId="ADAL" clId="{D203D33B-E60A-4B92-AC73-542D6073152D}" dt="2025-08-02T11:07:23.900" v="1425" actId="26606"/>
          <ac:spMkLst>
            <pc:docMk/>
            <pc:sldMk cId="316635729" sldId="256"/>
            <ac:spMk id="56" creationId="{F68B3F68-107C-434F-AA38-110D5EA91B85}"/>
          </ac:spMkLst>
        </pc:spChg>
        <pc:spChg chg="add del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57" creationId="{BACC6370-2D7E-4714-9D71-7542949D7D5D}"/>
          </ac:spMkLst>
        </pc:spChg>
        <pc:spChg chg="add del">
          <ac:chgData name="Sharma, Praveen Kumar" userId="fbd8a67d-fc98-495b-a6e4-8479048b7c52" providerId="ADAL" clId="{D203D33B-E60A-4B92-AC73-542D6073152D}" dt="2025-08-02T11:07:23.900" v="1425" actId="26606"/>
          <ac:spMkLst>
            <pc:docMk/>
            <pc:sldMk cId="316635729" sldId="256"/>
            <ac:spMk id="58" creationId="{AAD0DBB9-1A4B-4391-81D4-CB19F9AB918A}"/>
          </ac:spMkLst>
        </pc:spChg>
        <pc:spChg chg="add del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59" creationId="{F68B3F68-107C-434F-AA38-110D5EA91B85}"/>
          </ac:spMkLst>
        </pc:spChg>
        <pc:spChg chg="add del">
          <ac:chgData name="Sharma, Praveen Kumar" userId="fbd8a67d-fc98-495b-a6e4-8479048b7c52" providerId="ADAL" clId="{D203D33B-E60A-4B92-AC73-542D6073152D}" dt="2025-08-02T11:07:23.900" v="1425" actId="26606"/>
          <ac:spMkLst>
            <pc:docMk/>
            <pc:sldMk cId="316635729" sldId="256"/>
            <ac:spMk id="60" creationId="{063BBA22-50EA-4C4D-BE05-F1CE4E63AA56}"/>
          </ac:spMkLst>
        </pc:spChg>
        <pc:spChg chg="add del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61" creationId="{AAD0DBB9-1A4B-4391-81D4-CB19F9AB918A}"/>
          </ac:spMkLst>
        </pc:spChg>
        <pc:spChg chg="add del">
          <ac:chgData name="Sharma, Praveen Kumar" userId="fbd8a67d-fc98-495b-a6e4-8479048b7c52" providerId="ADAL" clId="{D203D33B-E60A-4B92-AC73-542D6073152D}" dt="2025-08-02T11:07:28.606" v="1427" actId="26606"/>
          <ac:spMkLst>
            <pc:docMk/>
            <pc:sldMk cId="316635729" sldId="256"/>
            <ac:spMk id="62" creationId="{7D144591-E9E9-4209-8701-3BB48A917D51}"/>
          </ac:spMkLst>
        </pc:spChg>
        <pc:spChg chg="add del">
          <ac:chgData name="Sharma, Praveen Kumar" userId="fbd8a67d-fc98-495b-a6e4-8479048b7c52" providerId="ADAL" clId="{D203D33B-E60A-4B92-AC73-542D6073152D}" dt="2025-08-02T11:07:37.450" v="1431" actId="26606"/>
          <ac:spMkLst>
            <pc:docMk/>
            <pc:sldMk cId="316635729" sldId="256"/>
            <ac:spMk id="63" creationId="{063BBA22-50EA-4C4D-BE05-F1CE4E63AA56}"/>
          </ac:spMkLst>
        </pc:spChg>
        <pc:graphicFrameChg chg="mod modGraphic">
          <ac:chgData name="Sharma, Praveen Kumar" userId="fbd8a67d-fc98-495b-a6e4-8479048b7c52" providerId="ADAL" clId="{D203D33B-E60A-4B92-AC73-542D6073152D}" dt="2025-08-02T11:07:37.450" v="1431" actId="26606"/>
          <ac:graphicFrameMkLst>
            <pc:docMk/>
            <pc:sldMk cId="316635729" sldId="256"/>
            <ac:graphicFrameMk id="8" creationId="{79E38D03-515D-E718-E4A4-C813221244FA}"/>
          </ac:graphicFrameMkLst>
        </pc:graphicFrameChg>
        <pc:picChg chg="add del">
          <ac:chgData name="Sharma, Praveen Kumar" userId="fbd8a67d-fc98-495b-a6e4-8479048b7c52" providerId="ADAL" clId="{D203D33B-E60A-4B92-AC73-542D6073152D}" dt="2025-08-02T11:07:32.408" v="1429" actId="26606"/>
          <ac:picMkLst>
            <pc:docMk/>
            <pc:sldMk cId="316635729" sldId="256"/>
            <ac:picMk id="51" creationId="{4AFA89D3-2A94-7771-560B-9171FA05D700}"/>
          </ac:picMkLst>
        </pc:picChg>
      </pc:sldChg>
      <pc:sldChg chg="modSp mod">
        <pc:chgData name="Sharma, Praveen Kumar" userId="fbd8a67d-fc98-495b-a6e4-8479048b7c52" providerId="ADAL" clId="{D203D33B-E60A-4B92-AC73-542D6073152D}" dt="2025-08-02T10:41:34.409" v="971" actId="1076"/>
        <pc:sldMkLst>
          <pc:docMk/>
          <pc:sldMk cId="2880354603" sldId="258"/>
        </pc:sldMkLst>
        <pc:graphicFrameChg chg="mod">
          <ac:chgData name="Sharma, Praveen Kumar" userId="fbd8a67d-fc98-495b-a6e4-8479048b7c52" providerId="ADAL" clId="{D203D33B-E60A-4B92-AC73-542D6073152D}" dt="2025-08-02T10:41:34.409" v="971" actId="1076"/>
          <ac:graphicFrameMkLst>
            <pc:docMk/>
            <pc:sldMk cId="2880354603" sldId="258"/>
            <ac:graphicFrameMk id="24" creationId="{3801E30A-D160-56AF-43ED-274FEC05A788}"/>
          </ac:graphicFrameMkLst>
        </pc:graphicFrameChg>
      </pc:sldChg>
      <pc:sldChg chg="addSp delSp modSp mod ord">
        <pc:chgData name="Sharma, Praveen Kumar" userId="fbd8a67d-fc98-495b-a6e4-8479048b7c52" providerId="ADAL" clId="{D203D33B-E60A-4B92-AC73-542D6073152D}" dt="2025-08-02T11:01:57.487" v="1215" actId="26606"/>
        <pc:sldMkLst>
          <pc:docMk/>
          <pc:sldMk cId="3185506298" sldId="259"/>
        </pc:sldMkLst>
        <pc:spChg chg="mo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2" creationId="{B793196C-56EC-04D0-1B0F-EFD22E0BCDF8}"/>
          </ac:spMkLst>
        </pc:spChg>
        <pc:spChg chg="del mo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6" creationId="{460E919A-DEEE-2D76-7A7B-4A573B36C586}"/>
          </ac:spMkLst>
        </pc:spChg>
        <pc:spChg chg="del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18" creationId="{6ACA6F80-D392-A64E-3CF8-F28F1CCEE67B}"/>
          </ac:spMkLst>
        </pc:spChg>
        <pc:spChg chg="ad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24" creationId="{BACC6370-2D7E-4714-9D71-7542949D7D5D}"/>
          </ac:spMkLst>
        </pc:spChg>
        <pc:spChg chg="ad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26" creationId="{F68B3F68-107C-434F-AA38-110D5EA91B85}"/>
          </ac:spMkLst>
        </pc:spChg>
        <pc:spChg chg="ad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28" creationId="{AAD0DBB9-1A4B-4391-81D4-CB19F9AB918A}"/>
          </ac:spMkLst>
        </pc:spChg>
        <pc:spChg chg="add">
          <ac:chgData name="Sharma, Praveen Kumar" userId="fbd8a67d-fc98-495b-a6e4-8479048b7c52" providerId="ADAL" clId="{D203D33B-E60A-4B92-AC73-542D6073152D}" dt="2025-08-02T11:01:57.487" v="1215" actId="26606"/>
          <ac:spMkLst>
            <pc:docMk/>
            <pc:sldMk cId="3185506298" sldId="259"/>
            <ac:spMk id="30" creationId="{063BBA22-50EA-4C4D-BE05-F1CE4E63AA56}"/>
          </ac:spMkLst>
        </pc:spChg>
        <pc:graphicFrameChg chg="add">
          <ac:chgData name="Sharma, Praveen Kumar" userId="fbd8a67d-fc98-495b-a6e4-8479048b7c52" providerId="ADAL" clId="{D203D33B-E60A-4B92-AC73-542D6073152D}" dt="2025-08-02T11:01:57.487" v="1215" actId="26606"/>
          <ac:graphicFrameMkLst>
            <pc:docMk/>
            <pc:sldMk cId="3185506298" sldId="259"/>
            <ac:graphicFrameMk id="20" creationId="{B2883136-32B0-816B-7B8D-57CA5F202E9D}"/>
          </ac:graphicFrameMkLst>
        </pc:graphicFrameChg>
        <pc:picChg chg="del mod">
          <ac:chgData name="Sharma, Praveen Kumar" userId="fbd8a67d-fc98-495b-a6e4-8479048b7c52" providerId="ADAL" clId="{D203D33B-E60A-4B92-AC73-542D6073152D}" dt="2025-08-02T10:54:55.884" v="1060" actId="478"/>
          <ac:picMkLst>
            <pc:docMk/>
            <pc:sldMk cId="3185506298" sldId="259"/>
            <ac:picMk id="15" creationId="{C8C60501-5B63-3845-0C0B-F0CEE48EE1D4}"/>
          </ac:picMkLst>
        </pc:picChg>
      </pc:sldChg>
      <pc:sldChg chg="delSp modSp del mod">
        <pc:chgData name="Sharma, Praveen Kumar" userId="fbd8a67d-fc98-495b-a6e4-8479048b7c52" providerId="ADAL" clId="{D203D33B-E60A-4B92-AC73-542D6073152D}" dt="2025-08-02T09:17:32.769" v="419" actId="47"/>
        <pc:sldMkLst>
          <pc:docMk/>
          <pc:sldMk cId="3491621975" sldId="261"/>
        </pc:sldMkLst>
        <pc:picChg chg="del mod">
          <ac:chgData name="Sharma, Praveen Kumar" userId="fbd8a67d-fc98-495b-a6e4-8479048b7c52" providerId="ADAL" clId="{D203D33B-E60A-4B92-AC73-542D6073152D}" dt="2025-08-02T07:53:48.336" v="350" actId="478"/>
          <ac:picMkLst>
            <pc:docMk/>
            <pc:sldMk cId="3491621975" sldId="261"/>
            <ac:picMk id="4" creationId="{452D8A56-2F33-F28A-10DB-E9481596A1B5}"/>
          </ac:picMkLst>
        </pc:picChg>
        <pc:picChg chg="del">
          <ac:chgData name="Sharma, Praveen Kumar" userId="fbd8a67d-fc98-495b-a6e4-8479048b7c52" providerId="ADAL" clId="{D203D33B-E60A-4B92-AC73-542D6073152D}" dt="2025-08-02T07:53:49.183" v="351" actId="478"/>
          <ac:picMkLst>
            <pc:docMk/>
            <pc:sldMk cId="3491621975" sldId="261"/>
            <ac:picMk id="8" creationId="{4DEE9E3A-0915-7E7B-2583-11C142BCF580}"/>
          </ac:picMkLst>
        </pc:picChg>
      </pc:sldChg>
      <pc:sldChg chg="del">
        <pc:chgData name="Sharma, Praveen Kumar" userId="fbd8a67d-fc98-495b-a6e4-8479048b7c52" providerId="ADAL" clId="{D203D33B-E60A-4B92-AC73-542D6073152D}" dt="2025-08-02T09:09:09.058" v="418" actId="47"/>
        <pc:sldMkLst>
          <pc:docMk/>
          <pc:sldMk cId="206905130" sldId="264"/>
        </pc:sldMkLst>
      </pc:sldChg>
      <pc:sldChg chg="del">
        <pc:chgData name="Sharma, Praveen Kumar" userId="fbd8a67d-fc98-495b-a6e4-8479048b7c52" providerId="ADAL" clId="{D203D33B-E60A-4B92-AC73-542D6073152D}" dt="2025-08-02T11:07:56.281" v="1432" actId="2696"/>
        <pc:sldMkLst>
          <pc:docMk/>
          <pc:sldMk cId="2022315041" sldId="265"/>
        </pc:sldMkLst>
      </pc:sldChg>
      <pc:sldChg chg="modSp mod">
        <pc:chgData name="Sharma, Praveen Kumar" userId="fbd8a67d-fc98-495b-a6e4-8479048b7c52" providerId="ADAL" clId="{D203D33B-E60A-4B92-AC73-542D6073152D}" dt="2025-08-02T10:36:43.737" v="876" actId="27636"/>
        <pc:sldMkLst>
          <pc:docMk/>
          <pc:sldMk cId="4149900334" sldId="267"/>
        </pc:sldMkLst>
        <pc:spChg chg="mod">
          <ac:chgData name="Sharma, Praveen Kumar" userId="fbd8a67d-fc98-495b-a6e4-8479048b7c52" providerId="ADAL" clId="{D203D33B-E60A-4B92-AC73-542D6073152D}" dt="2025-08-02T10:36:43.737" v="876" actId="27636"/>
          <ac:spMkLst>
            <pc:docMk/>
            <pc:sldMk cId="4149900334" sldId="267"/>
            <ac:spMk id="2" creationId="{352542A3-CE81-8DEB-4770-EF2EC81E2F16}"/>
          </ac:spMkLst>
        </pc:spChg>
      </pc:sldChg>
      <pc:sldChg chg="addSp delSp modSp add del mod">
        <pc:chgData name="Sharma, Praveen Kumar" userId="fbd8a67d-fc98-495b-a6e4-8479048b7c52" providerId="ADAL" clId="{D203D33B-E60A-4B92-AC73-542D6073152D}" dt="2025-08-02T11:10:31.470" v="1493" actId="478"/>
        <pc:sldMkLst>
          <pc:docMk/>
          <pc:sldMk cId="749710778" sldId="268"/>
        </pc:sldMkLst>
        <pc:spChg chg="mod">
          <ac:chgData name="Sharma, Praveen Kumar" userId="fbd8a67d-fc98-495b-a6e4-8479048b7c52" providerId="ADAL" clId="{D203D33B-E60A-4B92-AC73-542D6073152D}" dt="2025-08-02T09:06:20.073" v="412" actId="33524"/>
          <ac:spMkLst>
            <pc:docMk/>
            <pc:sldMk cId="749710778" sldId="268"/>
            <ac:spMk id="5" creationId="{42A374DF-C1F8-E7A8-98CB-558EF57C5B83}"/>
          </ac:spMkLst>
        </pc:spChg>
        <pc:spChg chg="del mod">
          <ac:chgData name="Sharma, Praveen Kumar" userId="fbd8a67d-fc98-495b-a6e4-8479048b7c52" providerId="ADAL" clId="{D203D33B-E60A-4B92-AC73-542D6073152D}" dt="2025-08-02T11:10:31.470" v="1493" actId="478"/>
          <ac:spMkLst>
            <pc:docMk/>
            <pc:sldMk cId="749710778" sldId="268"/>
            <ac:spMk id="7" creationId="{EC61AB3E-99E5-0213-1925-0169CB729AE5}"/>
          </ac:spMkLst>
        </pc:spChg>
        <pc:graphicFrameChg chg="add mod">
          <ac:chgData name="Sharma, Praveen Kumar" userId="fbd8a67d-fc98-495b-a6e4-8479048b7c52" providerId="ADAL" clId="{D203D33B-E60A-4B92-AC73-542D6073152D}" dt="2025-08-02T07:55:44.970" v="362" actId="1076"/>
          <ac:graphicFrameMkLst>
            <pc:docMk/>
            <pc:sldMk cId="749710778" sldId="268"/>
            <ac:graphicFrameMk id="8" creationId="{4BD298DC-1136-5D1D-E05B-4C1384DF27CA}"/>
          </ac:graphicFrameMkLst>
        </pc:graphicFrameChg>
        <pc:graphicFrameChg chg="add mod">
          <ac:chgData name="Sharma, Praveen Kumar" userId="fbd8a67d-fc98-495b-a6e4-8479048b7c52" providerId="ADAL" clId="{D203D33B-E60A-4B92-AC73-542D6073152D}" dt="2025-08-02T07:55:58.484" v="366" actId="1076"/>
          <ac:graphicFrameMkLst>
            <pc:docMk/>
            <pc:sldMk cId="749710778" sldId="268"/>
            <ac:graphicFrameMk id="9" creationId="{2A260AB2-EACB-1873-838E-713E550F193A}"/>
          </ac:graphicFrameMkLst>
        </pc:graphicFrameChg>
        <pc:picChg chg="del">
          <ac:chgData name="Sharma, Praveen Kumar" userId="fbd8a67d-fc98-495b-a6e4-8479048b7c52" providerId="ADAL" clId="{D203D33B-E60A-4B92-AC73-542D6073152D}" dt="2025-08-02T07:54:00.857" v="358" actId="478"/>
          <ac:picMkLst>
            <pc:docMk/>
            <pc:sldMk cId="749710778" sldId="268"/>
            <ac:picMk id="4" creationId="{8401531B-97EF-7F74-E5D2-CC997B13A28E}"/>
          </ac:picMkLst>
        </pc:picChg>
        <pc:picChg chg="del">
          <ac:chgData name="Sharma, Praveen Kumar" userId="fbd8a67d-fc98-495b-a6e4-8479048b7c52" providerId="ADAL" clId="{D203D33B-E60A-4B92-AC73-542D6073152D}" dt="2025-08-02T07:54:01.569" v="359" actId="478"/>
          <ac:picMkLst>
            <pc:docMk/>
            <pc:sldMk cId="749710778" sldId="268"/>
            <ac:picMk id="6" creationId="{ABC7F431-478E-95E5-AD8F-90C358FDBA97}"/>
          </ac:picMkLst>
        </pc:picChg>
      </pc:sldChg>
      <pc:sldChg chg="modSp del mod">
        <pc:chgData name="Sharma, Praveen Kumar" userId="fbd8a67d-fc98-495b-a6e4-8479048b7c52" providerId="ADAL" clId="{D203D33B-E60A-4B92-AC73-542D6073152D}" dt="2025-08-02T11:01:11.603" v="1205" actId="47"/>
        <pc:sldMkLst>
          <pc:docMk/>
          <pc:sldMk cId="1485840304" sldId="269"/>
        </pc:sldMkLst>
        <pc:spChg chg="mod">
          <ac:chgData name="Sharma, Praveen Kumar" userId="fbd8a67d-fc98-495b-a6e4-8479048b7c52" providerId="ADAL" clId="{D203D33B-E60A-4B92-AC73-542D6073152D}" dt="2025-08-02T10:56:50.125" v="1108" actId="20577"/>
          <ac:spMkLst>
            <pc:docMk/>
            <pc:sldMk cId="1485840304" sldId="269"/>
            <ac:spMk id="2" creationId="{B42207C9-D4B5-D921-9CF4-45E1F50F2304}"/>
          </ac:spMkLst>
        </pc:spChg>
        <pc:graphicFrameChg chg="mod">
          <ac:chgData name="Sharma, Praveen Kumar" userId="fbd8a67d-fc98-495b-a6e4-8479048b7c52" providerId="ADAL" clId="{D203D33B-E60A-4B92-AC73-542D6073152D}" dt="2025-08-02T10:56:07.546" v="1094" actId="478"/>
          <ac:graphicFrameMkLst>
            <pc:docMk/>
            <pc:sldMk cId="1485840304" sldId="269"/>
            <ac:graphicFrameMk id="11" creationId="{BCE5D6FF-B830-5CBD-E9AE-9E7C966EA16F}"/>
          </ac:graphicFrameMkLst>
        </pc:graphicFrameChg>
      </pc:sldChg>
      <pc:sldChg chg="addSp delSp modSp mod setBg setClrOvrMap">
        <pc:chgData name="Sharma, Praveen Kumar" userId="fbd8a67d-fc98-495b-a6e4-8479048b7c52" providerId="ADAL" clId="{D203D33B-E60A-4B92-AC73-542D6073152D}" dt="2025-08-02T11:02:12.934" v="1218" actId="26606"/>
        <pc:sldMkLst>
          <pc:docMk/>
          <pc:sldMk cId="1518637972" sldId="271"/>
        </pc:sldMkLst>
        <pc:spChg chg="mod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2" creationId="{12024A65-1799-0739-1BC1-7F99DDDD2AB1}"/>
          </ac:spMkLst>
        </pc:spChg>
        <pc:spChg chg="mod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3" creationId="{D40DEBAA-759B-D9D8-6CAE-CC9A1D044B44}"/>
          </ac:spMkLst>
        </pc:spChg>
        <pc:spChg chg="add del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14" creationId="{8797B5BC-9873-45F9-97D6-298FB5AF08FF}"/>
          </ac:spMkLst>
        </pc:spChg>
        <pc:spChg chg="add del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15" creationId="{43162304-DA60-4C31-9E2B-E22F8DA75FF5}"/>
          </ac:spMkLst>
        </pc:spChg>
        <pc:spChg chg="add del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16" creationId="{665C2FCD-09A4-4B4B-AA73-F330DFE91799}"/>
          </ac:spMkLst>
        </pc:spChg>
        <pc:spChg chg="add del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17" creationId="{C4AE1EFF-264A-4A42-BEA1-0E875F40D74F}"/>
          </ac:spMkLst>
        </pc:spChg>
        <pc:spChg chg="add del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18" creationId="{5DB23C2B-2054-4D8B-9E98-9190F8E05EAD}"/>
          </ac:spMkLst>
        </pc:spChg>
        <pc:spChg chg="add del">
          <ac:chgData name="Sharma, Praveen Kumar" userId="fbd8a67d-fc98-495b-a6e4-8479048b7c52" providerId="ADAL" clId="{D203D33B-E60A-4B92-AC73-542D6073152D}" dt="2025-08-02T11:02:12.919" v="1217" actId="26606"/>
          <ac:spMkLst>
            <pc:docMk/>
            <pc:sldMk cId="1518637972" sldId="271"/>
            <ac:spMk id="23" creationId="{5E58EE06-9B03-4D70-A63C-13660A9C8F39}"/>
          </ac:spMkLst>
        </pc:spChg>
        <pc:spChg chg="add del">
          <ac:chgData name="Sharma, Praveen Kumar" userId="fbd8a67d-fc98-495b-a6e4-8479048b7c52" providerId="ADAL" clId="{D203D33B-E60A-4B92-AC73-542D6073152D}" dt="2025-08-02T11:02:12.919" v="1217" actId="26606"/>
          <ac:spMkLst>
            <pc:docMk/>
            <pc:sldMk cId="1518637972" sldId="271"/>
            <ac:spMk id="25" creationId="{520A257B-6D54-40C8-8E37-BA113BEB881E}"/>
          </ac:spMkLst>
        </pc:spChg>
        <pc:spChg chg="add del">
          <ac:chgData name="Sharma, Praveen Kumar" userId="fbd8a67d-fc98-495b-a6e4-8479048b7c52" providerId="ADAL" clId="{D203D33B-E60A-4B92-AC73-542D6073152D}" dt="2025-08-02T11:02:12.919" v="1217" actId="26606"/>
          <ac:spMkLst>
            <pc:docMk/>
            <pc:sldMk cId="1518637972" sldId="271"/>
            <ac:spMk id="27" creationId="{EF92EDE9-7E29-473D-8499-DB2B58541039}"/>
          </ac:spMkLst>
        </pc:spChg>
        <pc:spChg chg="add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29" creationId="{2F4AD318-2FB6-4C6E-931E-58E404FA18CD}"/>
          </ac:spMkLst>
        </pc:spChg>
        <pc:spChg chg="add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30" creationId="{1A118E35-1CBF-4863-8497-F4DF1A166D2D}"/>
          </ac:spMkLst>
        </pc:spChg>
        <pc:spChg chg="add">
          <ac:chgData name="Sharma, Praveen Kumar" userId="fbd8a67d-fc98-495b-a6e4-8479048b7c52" providerId="ADAL" clId="{D203D33B-E60A-4B92-AC73-542D6073152D}" dt="2025-08-02T11:02:12.934" v="1218" actId="26606"/>
          <ac:spMkLst>
            <pc:docMk/>
            <pc:sldMk cId="1518637972" sldId="271"/>
            <ac:spMk id="31" creationId="{6E187274-5DC2-4BE0-AF99-925D6D973550}"/>
          </ac:spMkLst>
        </pc:spChg>
      </pc:sldChg>
      <pc:sldChg chg="addSp delSp del mod">
        <pc:chgData name="Sharma, Praveen Kumar" userId="fbd8a67d-fc98-495b-a6e4-8479048b7c52" providerId="ADAL" clId="{D203D33B-E60A-4B92-AC73-542D6073152D}" dt="2025-08-02T09:17:37.185" v="420" actId="47"/>
        <pc:sldMkLst>
          <pc:docMk/>
          <pc:sldMk cId="947696277" sldId="272"/>
        </pc:sldMkLst>
        <pc:picChg chg="del">
          <ac:chgData name="Sharma, Praveen Kumar" userId="fbd8a67d-fc98-495b-a6e4-8479048b7c52" providerId="ADAL" clId="{D203D33B-E60A-4B92-AC73-542D6073152D}" dt="2025-08-02T07:53:51.741" v="352" actId="478"/>
          <ac:picMkLst>
            <pc:docMk/>
            <pc:sldMk cId="947696277" sldId="272"/>
            <ac:picMk id="8" creationId="{B06DE55C-F010-E5F7-09D0-659593FE6902}"/>
          </ac:picMkLst>
        </pc:picChg>
        <pc:picChg chg="add del">
          <ac:chgData name="Sharma, Praveen Kumar" userId="fbd8a67d-fc98-495b-a6e4-8479048b7c52" providerId="ADAL" clId="{D203D33B-E60A-4B92-AC73-542D6073152D}" dt="2025-08-02T07:53:59.101" v="357" actId="478"/>
          <ac:picMkLst>
            <pc:docMk/>
            <pc:sldMk cId="947696277" sldId="272"/>
            <ac:picMk id="14" creationId="{7D1A48C0-EE85-6B16-91CC-6A09ECE8C09E}"/>
          </ac:picMkLst>
        </pc:picChg>
      </pc:sldChg>
      <pc:sldChg chg="addSp delSp modSp mod ord">
        <pc:chgData name="Sharma, Praveen Kumar" userId="fbd8a67d-fc98-495b-a6e4-8479048b7c52" providerId="ADAL" clId="{D203D33B-E60A-4B92-AC73-542D6073152D}" dt="2025-08-02T11:10:36.914" v="1497"/>
        <pc:sldMkLst>
          <pc:docMk/>
          <pc:sldMk cId="2099204483" sldId="273"/>
        </pc:sldMkLst>
        <pc:spChg chg="mod">
          <ac:chgData name="Sharma, Praveen Kumar" userId="fbd8a67d-fc98-495b-a6e4-8479048b7c52" providerId="ADAL" clId="{D203D33B-E60A-4B92-AC73-542D6073152D}" dt="2025-08-02T09:44:06.135" v="447" actId="1076"/>
          <ac:spMkLst>
            <pc:docMk/>
            <pc:sldMk cId="2099204483" sldId="273"/>
            <ac:spMk id="7" creationId="{26E5B445-2648-4708-9DF0-7FEA4A948DCF}"/>
          </ac:spMkLst>
        </pc:spChg>
        <pc:graphicFrameChg chg="add mod">
          <ac:chgData name="Sharma, Praveen Kumar" userId="fbd8a67d-fc98-495b-a6e4-8479048b7c52" providerId="ADAL" clId="{D203D33B-E60A-4B92-AC73-542D6073152D}" dt="2025-08-02T08:00:47.880" v="411" actId="1076"/>
          <ac:graphicFrameMkLst>
            <pc:docMk/>
            <pc:sldMk cId="2099204483" sldId="273"/>
            <ac:graphicFrameMk id="8" creationId="{921D448C-B68D-2F4F-DEA9-A2F1BB40E99C}"/>
          </ac:graphicFrameMkLst>
        </pc:graphicFrameChg>
        <pc:graphicFrameChg chg="add mod">
          <ac:chgData name="Sharma, Praveen Kumar" userId="fbd8a67d-fc98-495b-a6e4-8479048b7c52" providerId="ADAL" clId="{D203D33B-E60A-4B92-AC73-542D6073152D}" dt="2025-08-02T09:43:51.923" v="424" actId="1076"/>
          <ac:graphicFrameMkLst>
            <pc:docMk/>
            <pc:sldMk cId="2099204483" sldId="273"/>
            <ac:graphicFrameMk id="9" creationId="{83B81E97-CD59-E076-65F7-0FD1A7C3BBD4}"/>
          </ac:graphicFrameMkLst>
        </pc:graphicFrameChg>
        <pc:picChg chg="del">
          <ac:chgData name="Sharma, Praveen Kumar" userId="fbd8a67d-fc98-495b-a6e4-8479048b7c52" providerId="ADAL" clId="{D203D33B-E60A-4B92-AC73-542D6073152D}" dt="2025-08-02T08:00:41.828" v="408" actId="478"/>
          <ac:picMkLst>
            <pc:docMk/>
            <pc:sldMk cId="2099204483" sldId="273"/>
            <ac:picMk id="4" creationId="{19BC9536-3CDD-ECB9-F523-3AE11F6C7EE2}"/>
          </ac:picMkLst>
        </pc:picChg>
        <pc:picChg chg="del">
          <ac:chgData name="Sharma, Praveen Kumar" userId="fbd8a67d-fc98-495b-a6e4-8479048b7c52" providerId="ADAL" clId="{D203D33B-E60A-4B92-AC73-542D6073152D}" dt="2025-08-02T09:08:54.232" v="413" actId="478"/>
          <ac:picMkLst>
            <pc:docMk/>
            <pc:sldMk cId="2099204483" sldId="273"/>
            <ac:picMk id="6" creationId="{09A195DF-9338-A24A-CDB9-47A471547C2E}"/>
          </ac:picMkLst>
        </pc:picChg>
      </pc:sldChg>
      <pc:sldChg chg="del">
        <pc:chgData name="Sharma, Praveen Kumar" userId="fbd8a67d-fc98-495b-a6e4-8479048b7c52" providerId="ADAL" clId="{D203D33B-E60A-4B92-AC73-542D6073152D}" dt="2025-08-02T09:09:01.379" v="415" actId="47"/>
        <pc:sldMkLst>
          <pc:docMk/>
          <pc:sldMk cId="1003800380" sldId="274"/>
        </pc:sldMkLst>
      </pc:sldChg>
      <pc:sldChg chg="addSp delSp modSp add mod ord">
        <pc:chgData name="Sharma, Praveen Kumar" userId="fbd8a67d-fc98-495b-a6e4-8479048b7c52" providerId="ADAL" clId="{D203D33B-E60A-4B92-AC73-542D6073152D}" dt="2025-08-02T11:10:35.531" v="1495"/>
        <pc:sldMkLst>
          <pc:docMk/>
          <pc:sldMk cId="4116891370" sldId="274"/>
        </pc:sldMkLst>
        <pc:spChg chg="mod">
          <ac:chgData name="Sharma, Praveen Kumar" userId="fbd8a67d-fc98-495b-a6e4-8479048b7c52" providerId="ADAL" clId="{D203D33B-E60A-4B92-AC73-542D6073152D}" dt="2025-08-02T09:45:47.434" v="506" actId="20577"/>
          <ac:spMkLst>
            <pc:docMk/>
            <pc:sldMk cId="4116891370" sldId="274"/>
            <ac:spMk id="5" creationId="{AE4387E8-C4FB-FFD4-0721-B1125D8524A0}"/>
          </ac:spMkLst>
        </pc:spChg>
        <pc:graphicFrameChg chg="add mod">
          <ac:chgData name="Sharma, Praveen Kumar" userId="fbd8a67d-fc98-495b-a6e4-8479048b7c52" providerId="ADAL" clId="{D203D33B-E60A-4B92-AC73-542D6073152D}" dt="2025-08-02T09:45:29.569" v="456" actId="1076"/>
          <ac:graphicFrameMkLst>
            <pc:docMk/>
            <pc:sldMk cId="4116891370" sldId="274"/>
            <ac:graphicFrameMk id="4" creationId="{4B447D59-E66E-7B6B-3D13-A416859B0EA8}"/>
          </ac:graphicFrameMkLst>
        </pc:graphicFrameChg>
        <pc:graphicFrameChg chg="del">
          <ac:chgData name="Sharma, Praveen Kumar" userId="fbd8a67d-fc98-495b-a6e4-8479048b7c52" providerId="ADAL" clId="{D203D33B-E60A-4B92-AC73-542D6073152D}" dt="2025-08-02T09:45:19.085" v="449" actId="478"/>
          <ac:graphicFrameMkLst>
            <pc:docMk/>
            <pc:sldMk cId="4116891370" sldId="274"/>
            <ac:graphicFrameMk id="8" creationId="{6C05B52B-193C-22DD-153D-42956CF51AD7}"/>
          </ac:graphicFrameMkLst>
        </pc:graphicFrameChg>
      </pc:sldChg>
      <pc:sldChg chg="del">
        <pc:chgData name="Sharma, Praveen Kumar" userId="fbd8a67d-fc98-495b-a6e4-8479048b7c52" providerId="ADAL" clId="{D203D33B-E60A-4B92-AC73-542D6073152D}" dt="2025-08-02T09:08:58.482" v="414" actId="47"/>
        <pc:sldMkLst>
          <pc:docMk/>
          <pc:sldMk cId="1156425854" sldId="275"/>
        </pc:sldMkLst>
      </pc:sldChg>
      <pc:sldChg chg="addSp modSp add mod ord">
        <pc:chgData name="Sharma, Praveen Kumar" userId="fbd8a67d-fc98-495b-a6e4-8479048b7c52" providerId="ADAL" clId="{D203D33B-E60A-4B92-AC73-542D6073152D}" dt="2025-08-02T11:10:42.037" v="1499"/>
        <pc:sldMkLst>
          <pc:docMk/>
          <pc:sldMk cId="2250005761" sldId="275"/>
        </pc:sldMkLst>
        <pc:spChg chg="mod">
          <ac:chgData name="Sharma, Praveen Kumar" userId="fbd8a67d-fc98-495b-a6e4-8479048b7c52" providerId="ADAL" clId="{D203D33B-E60A-4B92-AC73-542D6073152D}" dt="2025-08-02T10:17:03.332" v="556" actId="20577"/>
          <ac:spMkLst>
            <pc:docMk/>
            <pc:sldMk cId="2250005761" sldId="275"/>
            <ac:spMk id="5" creationId="{28E3A65F-EA98-7112-F03C-43916CED62C5}"/>
          </ac:spMkLst>
        </pc:spChg>
        <pc:graphicFrameChg chg="add mod">
          <ac:chgData name="Sharma, Praveen Kumar" userId="fbd8a67d-fc98-495b-a6e4-8479048b7c52" providerId="ADAL" clId="{D203D33B-E60A-4B92-AC73-542D6073152D}" dt="2025-08-02T10:16:46.086" v="510" actId="1076"/>
          <ac:graphicFrameMkLst>
            <pc:docMk/>
            <pc:sldMk cId="2250005761" sldId="275"/>
            <ac:graphicFrameMk id="4" creationId="{177CAD2D-9BC4-5548-8D08-632113C3E054}"/>
          </ac:graphicFrameMkLst>
        </pc:graphicFrameChg>
      </pc:sldChg>
      <pc:sldChg chg="del">
        <pc:chgData name="Sharma, Praveen Kumar" userId="fbd8a67d-fc98-495b-a6e4-8479048b7c52" providerId="ADAL" clId="{D203D33B-E60A-4B92-AC73-542D6073152D}" dt="2025-08-02T09:09:07.762" v="417" actId="47"/>
        <pc:sldMkLst>
          <pc:docMk/>
          <pc:sldMk cId="16852381" sldId="276"/>
        </pc:sldMkLst>
      </pc:sldChg>
      <pc:sldChg chg="addSp delSp modSp add mod">
        <pc:chgData name="Sharma, Praveen Kumar" userId="fbd8a67d-fc98-495b-a6e4-8479048b7c52" providerId="ADAL" clId="{D203D33B-E60A-4B92-AC73-542D6073152D}" dt="2025-08-02T11:01:47.758" v="1214" actId="20577"/>
        <pc:sldMkLst>
          <pc:docMk/>
          <pc:sldMk cId="1138607515" sldId="276"/>
        </pc:sldMkLst>
        <pc:spChg chg="mo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2" creationId="{B1D52563-E5BD-C3D9-086D-85965DD74EE8}"/>
          </ac:spMkLst>
        </pc:spChg>
        <pc:spChg chg="mod">
          <ac:chgData name="Sharma, Praveen Kumar" userId="fbd8a67d-fc98-495b-a6e4-8479048b7c52" providerId="ADAL" clId="{D203D33B-E60A-4B92-AC73-542D6073152D}" dt="2025-08-02T11:01:47.758" v="1214" actId="20577"/>
          <ac:spMkLst>
            <pc:docMk/>
            <pc:sldMk cId="1138607515" sldId="276"/>
            <ac:spMk id="6" creationId="{96E7F6BC-88D0-A1B2-56A1-8945CDFBD298}"/>
          </ac:spMkLst>
        </pc:spChg>
        <pc:spChg chg="del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18" creationId="{F90F094B-9EAB-8E20-9D20-F53FFF8E60FA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23" creationId="{DEE2AD96-B495-4E06-9291-B71706F728CB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25" creationId="{53CF6D67-C5A8-4ADD-9E8E-1E38CA1D3166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27" creationId="{86909FA0-B515-4681-B7A8-FA281D133B94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29" creationId="{21C9FE86-FCC3-4A31-AA1C-C882262B7FE7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31" creationId="{7D96243B-ECED-4B71-8E06-AE9A285EAD20}"/>
          </ac:spMkLst>
        </pc:spChg>
        <pc:spChg chg="add">
          <ac:chgData name="Sharma, Praveen Kumar" userId="fbd8a67d-fc98-495b-a6e4-8479048b7c52" providerId="ADAL" clId="{D203D33B-E60A-4B92-AC73-542D6073152D}" dt="2025-08-02T11:01:33.759" v="1207" actId="26606"/>
          <ac:spMkLst>
            <pc:docMk/>
            <pc:sldMk cId="1138607515" sldId="276"/>
            <ac:spMk id="33" creationId="{A09989E4-EFDC-4A90-A633-E0525FB4139E}"/>
          </ac:spMkLst>
        </pc:spChg>
        <pc:picChg chg="del">
          <ac:chgData name="Sharma, Praveen Kumar" userId="fbd8a67d-fc98-495b-a6e4-8479048b7c52" providerId="ADAL" clId="{D203D33B-E60A-4B92-AC73-542D6073152D}" dt="2025-08-02T11:01:27.302" v="1206" actId="478"/>
          <ac:picMkLst>
            <pc:docMk/>
            <pc:sldMk cId="1138607515" sldId="276"/>
            <ac:picMk id="15" creationId="{F3E25E94-51A8-FFF5-3C76-E16A61C86D4A}"/>
          </ac:picMkLst>
        </pc:picChg>
      </pc:sldChg>
      <pc:sldChg chg="modSp add del mod">
        <pc:chgData name="Sharma, Praveen Kumar" userId="fbd8a67d-fc98-495b-a6e4-8479048b7c52" providerId="ADAL" clId="{D203D33B-E60A-4B92-AC73-542D6073152D}" dt="2025-08-02T10:54:33.160" v="1043" actId="47"/>
        <pc:sldMkLst>
          <pc:docMk/>
          <pc:sldMk cId="2600170311" sldId="276"/>
        </pc:sldMkLst>
        <pc:spChg chg="mod">
          <ac:chgData name="Sharma, Praveen Kumar" userId="fbd8a67d-fc98-495b-a6e4-8479048b7c52" providerId="ADAL" clId="{D203D33B-E60A-4B92-AC73-542D6073152D}" dt="2025-08-02T10:48:24.140" v="1041" actId="6549"/>
          <ac:spMkLst>
            <pc:docMk/>
            <pc:sldMk cId="2600170311" sldId="276"/>
            <ac:spMk id="2" creationId="{99DCAF8E-121A-91DE-AD74-172C7C72D6A0}"/>
          </ac:spMkLst>
        </pc:spChg>
        <pc:graphicFrameChg chg="mod">
          <ac:chgData name="Sharma, Praveen Kumar" userId="fbd8a67d-fc98-495b-a6e4-8479048b7c52" providerId="ADAL" clId="{D203D33B-E60A-4B92-AC73-542D6073152D}" dt="2025-08-02T10:48:27.657" v="1042" actId="20577"/>
          <ac:graphicFrameMkLst>
            <pc:docMk/>
            <pc:sldMk cId="2600170311" sldId="276"/>
            <ac:graphicFrameMk id="24" creationId="{567289CD-0525-8C17-0089-FD4B7F6FA93C}"/>
          </ac:graphicFrameMkLst>
        </pc:graphicFrameChg>
      </pc:sldChg>
      <pc:sldChg chg="addSp delSp modSp add mod ord">
        <pc:chgData name="Sharma, Praveen Kumar" userId="fbd8a67d-fc98-495b-a6e4-8479048b7c52" providerId="ADAL" clId="{D203D33B-E60A-4B92-AC73-542D6073152D}" dt="2025-08-02T11:01:04.522" v="1204" actId="26606"/>
        <pc:sldMkLst>
          <pc:docMk/>
          <pc:sldMk cId="757282086" sldId="277"/>
        </pc:sldMkLst>
        <pc:spChg chg="mod">
          <ac:chgData name="Sharma, Praveen Kumar" userId="fbd8a67d-fc98-495b-a6e4-8479048b7c52" providerId="ADAL" clId="{D203D33B-E60A-4B92-AC73-542D6073152D}" dt="2025-08-02T11:01:04.522" v="1204" actId="26606"/>
          <ac:spMkLst>
            <pc:docMk/>
            <pc:sldMk cId="757282086" sldId="277"/>
            <ac:spMk id="2" creationId="{E9F2978F-E094-5485-C8AA-25E88B958FA7}"/>
          </ac:spMkLst>
        </pc:spChg>
        <pc:spChg chg="add del mod">
          <ac:chgData name="Sharma, Praveen Kumar" userId="fbd8a67d-fc98-495b-a6e4-8479048b7c52" providerId="ADAL" clId="{D203D33B-E60A-4B92-AC73-542D6073152D}" dt="2025-08-02T11:01:04.522" v="1204" actId="26606"/>
          <ac:spMkLst>
            <pc:docMk/>
            <pc:sldMk cId="757282086" sldId="277"/>
            <ac:spMk id="6" creationId="{6BB7F04B-2C1E-F0D2-4F01-31EAFF0B4145}"/>
          </ac:spMkLst>
        </pc:spChg>
        <pc:spChg chg="add del">
          <ac:chgData name="Sharma, Praveen Kumar" userId="fbd8a67d-fc98-495b-a6e4-8479048b7c52" providerId="ADAL" clId="{D203D33B-E60A-4B92-AC73-542D6073152D}" dt="2025-08-02T11:01:04.522" v="1204" actId="26606"/>
          <ac:spMkLst>
            <pc:docMk/>
            <pc:sldMk cId="757282086" sldId="277"/>
            <ac:spMk id="18" creationId="{A4A72E7E-DA30-5D22-5302-25AB5514AA97}"/>
          </ac:spMkLst>
        </pc:spChg>
        <pc:spChg chg="add del">
          <ac:chgData name="Sharma, Praveen Kumar" userId="fbd8a67d-fc98-495b-a6e4-8479048b7c52" providerId="ADAL" clId="{D203D33B-E60A-4B92-AC73-542D6073152D}" dt="2025-08-02T10:59:58.475" v="1190" actId="26606"/>
          <ac:spMkLst>
            <pc:docMk/>
            <pc:sldMk cId="757282086" sldId="277"/>
            <ac:spMk id="21" creationId="{35DB3719-6FDC-4E5D-891D-FF40B7300F64}"/>
          </ac:spMkLst>
        </pc:spChg>
        <pc:spChg chg="add del">
          <ac:chgData name="Sharma, Praveen Kumar" userId="fbd8a67d-fc98-495b-a6e4-8479048b7c52" providerId="ADAL" clId="{D203D33B-E60A-4B92-AC73-542D6073152D}" dt="2025-08-02T10:59:58.475" v="1190" actId="26606"/>
          <ac:spMkLst>
            <pc:docMk/>
            <pc:sldMk cId="757282086" sldId="277"/>
            <ac:spMk id="22" creationId="{E0CBAC23-2E3F-4A90-BA59-F8299F6A5439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24" creationId="{BACC6370-2D7E-4714-9D71-7542949D7D5D}"/>
          </ac:spMkLst>
        </pc:spChg>
        <pc:spChg chg="add">
          <ac:chgData name="Sharma, Praveen Kumar" userId="fbd8a67d-fc98-495b-a6e4-8479048b7c52" providerId="ADAL" clId="{D203D33B-E60A-4B92-AC73-542D6073152D}" dt="2025-08-02T11:01:04.522" v="1204" actId="26606"/>
          <ac:spMkLst>
            <pc:docMk/>
            <pc:sldMk cId="757282086" sldId="277"/>
            <ac:spMk id="25" creationId="{35DB3719-6FDC-4E5D-891D-FF40B7300F64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26" creationId="{256B2C21-A230-48C0-8DF1-C46611373C44}"/>
          </ac:spMkLst>
        </pc:spChg>
        <pc:spChg chg="add">
          <ac:chgData name="Sharma, Praveen Kumar" userId="fbd8a67d-fc98-495b-a6e4-8479048b7c52" providerId="ADAL" clId="{D203D33B-E60A-4B92-AC73-542D6073152D}" dt="2025-08-02T11:01:04.522" v="1204" actId="26606"/>
          <ac:spMkLst>
            <pc:docMk/>
            <pc:sldMk cId="757282086" sldId="277"/>
            <ac:spMk id="27" creationId="{E0CBAC23-2E3F-4A90-BA59-F8299F6A5439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28" creationId="{3847E18C-932D-4C95-AABA-FEC7C9499AD7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30" creationId="{3150CB11-0C61-439E-910F-5787759E72A0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32" creationId="{43F8A58B-5155-44CE-A5FF-7647B47D0A7A}"/>
          </ac:spMkLst>
        </pc:spChg>
        <pc:spChg chg="add del">
          <ac:chgData name="Sharma, Praveen Kumar" userId="fbd8a67d-fc98-495b-a6e4-8479048b7c52" providerId="ADAL" clId="{D203D33B-E60A-4B92-AC73-542D6073152D}" dt="2025-08-02T10:59:29.965" v="1187" actId="26606"/>
          <ac:spMkLst>
            <pc:docMk/>
            <pc:sldMk cId="757282086" sldId="277"/>
            <ac:spMk id="34" creationId="{443F2ACA-E6D6-4028-82DD-F03C262D5DE6}"/>
          </ac:spMkLst>
        </pc:spChg>
        <pc:graphicFrameChg chg="add del">
          <ac:chgData name="Sharma, Praveen Kumar" userId="fbd8a67d-fc98-495b-a6e4-8479048b7c52" providerId="ADAL" clId="{D203D33B-E60A-4B92-AC73-542D6073152D}" dt="2025-08-02T10:59:29.965" v="1187" actId="26606"/>
          <ac:graphicFrameMkLst>
            <pc:docMk/>
            <pc:sldMk cId="757282086" sldId="277"/>
            <ac:graphicFrameMk id="20" creationId="{23E27CFE-8930-51B5-6D55-F3E0C0C57A75}"/>
          </ac:graphicFrameMkLst>
        </pc:graphicFrameChg>
        <pc:graphicFrameChg chg="add del">
          <ac:chgData name="Sharma, Praveen Kumar" userId="fbd8a67d-fc98-495b-a6e4-8479048b7c52" providerId="ADAL" clId="{D203D33B-E60A-4B92-AC73-542D6073152D}" dt="2025-08-02T10:59:58.475" v="1190" actId="26606"/>
          <ac:graphicFrameMkLst>
            <pc:docMk/>
            <pc:sldMk cId="757282086" sldId="277"/>
            <ac:graphicFrameMk id="23" creationId="{054FCA32-BDBC-1302-CFA9-F2D1D4271A1D}"/>
          </ac:graphicFrameMkLst>
        </pc:graphicFrameChg>
        <pc:graphicFrameChg chg="add">
          <ac:chgData name="Sharma, Praveen Kumar" userId="fbd8a67d-fc98-495b-a6e4-8479048b7c52" providerId="ADAL" clId="{D203D33B-E60A-4B92-AC73-542D6073152D}" dt="2025-08-02T11:01:04.522" v="1204" actId="26606"/>
          <ac:graphicFrameMkLst>
            <pc:docMk/>
            <pc:sldMk cId="757282086" sldId="277"/>
            <ac:graphicFrameMk id="29" creationId="{93167797-631A-6048-2AF4-641D9421D359}"/>
          </ac:graphicFrameMkLst>
        </pc:graphicFrameChg>
      </pc:sldChg>
      <pc:sldChg chg="del">
        <pc:chgData name="Sharma, Praveen Kumar" userId="fbd8a67d-fc98-495b-a6e4-8479048b7c52" providerId="ADAL" clId="{D203D33B-E60A-4B92-AC73-542D6073152D}" dt="2025-08-02T09:09:06.653" v="416" actId="47"/>
        <pc:sldMkLst>
          <pc:docMk/>
          <pc:sldMk cId="1785301679" sldId="277"/>
        </pc:sldMkLst>
      </pc:sldChg>
      <pc:sldChg chg="addSp delSp modSp add mod ord">
        <pc:chgData name="Sharma, Praveen Kumar" userId="fbd8a67d-fc98-495b-a6e4-8479048b7c52" providerId="ADAL" clId="{D203D33B-E60A-4B92-AC73-542D6073152D}" dt="2025-08-02T11:10:00.406" v="1491" actId="26606"/>
        <pc:sldMkLst>
          <pc:docMk/>
          <pc:sldMk cId="647785546" sldId="278"/>
        </pc:sldMkLst>
        <pc:spChg chg="mod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2" creationId="{C57EA243-04AF-1117-2BD2-695E218F2D2A}"/>
          </ac:spMkLst>
        </pc:spChg>
        <pc:spChg chg="mod">
          <ac:chgData name="Sharma, Praveen Kumar" userId="fbd8a67d-fc98-495b-a6e4-8479048b7c52" providerId="ADAL" clId="{D203D33B-E60A-4B92-AC73-542D6073152D}" dt="2025-08-02T11:09:52.577" v="1490" actId="20577"/>
          <ac:spMkLst>
            <pc:docMk/>
            <pc:sldMk cId="647785546" sldId="278"/>
            <ac:spMk id="6" creationId="{0F930EE1-2562-E196-8161-1130BB53D0B2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23" creationId="{86E0ECA3-08B1-78F5-7EFE-437D83632E33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25" creationId="{98B46268-DCCD-B0EE-42C4-9680CA4B1578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27" creationId="{7E5876E6-5BCA-7FB6-66E5-9D74063BEF1F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29" creationId="{48926126-1965-3ED2-A1FE-9D69E3B9D769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31" creationId="{31101C6B-4DB6-DE4D-11D6-E9787E4BB89F}"/>
          </ac:spMkLst>
        </pc:spChg>
        <pc:spChg chg="del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33" creationId="{DAF73F80-C9F1-A815-5FC3-A46A873D7B10}"/>
          </ac:spMkLst>
        </pc:spChg>
        <pc:spChg chg="add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39" creationId="{7517A47C-B2E5-4B79-8061-D74B1311AF6E}"/>
          </ac:spMkLst>
        </pc:spChg>
        <pc:spChg chg="add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43" creationId="{D2C0AE1C-0118-41AE-8A10-7CDCBF10E96F}"/>
          </ac:spMkLst>
        </pc:spChg>
        <pc:spChg chg="add">
          <ac:chgData name="Sharma, Praveen Kumar" userId="fbd8a67d-fc98-495b-a6e4-8479048b7c52" providerId="ADAL" clId="{D203D33B-E60A-4B92-AC73-542D6073152D}" dt="2025-08-02T11:10:00.406" v="1491" actId="26606"/>
          <ac:spMkLst>
            <pc:docMk/>
            <pc:sldMk cId="647785546" sldId="278"/>
            <ac:spMk id="45" creationId="{463EEC44-1BA3-44ED-81FC-A644B04B2A44}"/>
          </ac:spMkLst>
        </pc:spChg>
      </pc:sldChg>
    </pc:docChg>
  </pc:docChgLst>
  <pc:docChgLst>
    <pc:chgData name="Sharma, Praveen Kumar" userId="fbd8a67d-fc98-495b-a6e4-8479048b7c52" providerId="ADAL" clId="{C0E0E9B7-FBF4-49D7-BA1E-D9247C98B5B0}"/>
    <pc:docChg chg="undo custSel addSld delSld modSld sldOrd">
      <pc:chgData name="Sharma, Praveen Kumar" userId="fbd8a67d-fc98-495b-a6e4-8479048b7c52" providerId="ADAL" clId="{C0E0E9B7-FBF4-49D7-BA1E-D9247C98B5B0}" dt="2025-06-29T02:06:00.534" v="314" actId="20577"/>
      <pc:docMkLst>
        <pc:docMk/>
      </pc:docMkLst>
      <pc:sldChg chg="modSp mod">
        <pc:chgData name="Sharma, Praveen Kumar" userId="fbd8a67d-fc98-495b-a6e4-8479048b7c52" providerId="ADAL" clId="{C0E0E9B7-FBF4-49D7-BA1E-D9247C98B5B0}" dt="2025-06-28T11:51:56.446" v="159" actId="20577"/>
        <pc:sldMkLst>
          <pc:docMk/>
          <pc:sldMk cId="316635729" sldId="256"/>
        </pc:sldMkLst>
      </pc:sldChg>
      <pc:sldChg chg="del">
        <pc:chgData name="Sharma, Praveen Kumar" userId="fbd8a67d-fc98-495b-a6e4-8479048b7c52" providerId="ADAL" clId="{C0E0E9B7-FBF4-49D7-BA1E-D9247C98B5B0}" dt="2025-06-28T11:48:19.341" v="122" actId="47"/>
        <pc:sldMkLst>
          <pc:docMk/>
          <pc:sldMk cId="1822517888" sldId="257"/>
        </pc:sldMkLst>
      </pc:sldChg>
      <pc:sldChg chg="modSp">
        <pc:chgData name="Sharma, Praveen Kumar" userId="fbd8a67d-fc98-495b-a6e4-8479048b7c52" providerId="ADAL" clId="{C0E0E9B7-FBF4-49D7-BA1E-D9247C98B5B0}" dt="2025-06-29T02:06:00.534" v="314" actId="20577"/>
        <pc:sldMkLst>
          <pc:docMk/>
          <pc:sldMk cId="2880354603" sldId="258"/>
        </pc:sldMkLst>
      </pc:sldChg>
      <pc:sldChg chg="modSp">
        <pc:chgData name="Sharma, Praveen Kumar" userId="fbd8a67d-fc98-495b-a6e4-8479048b7c52" providerId="ADAL" clId="{C0E0E9B7-FBF4-49D7-BA1E-D9247C98B5B0}" dt="2025-06-28T12:01:02.897" v="312" actId="20577"/>
        <pc:sldMkLst>
          <pc:docMk/>
          <pc:sldMk cId="206905130" sldId="264"/>
        </pc:sldMkLst>
      </pc:sldChg>
      <pc:sldChg chg="modSp mod">
        <pc:chgData name="Sharma, Praveen Kumar" userId="fbd8a67d-fc98-495b-a6e4-8479048b7c52" providerId="ADAL" clId="{C0E0E9B7-FBF4-49D7-BA1E-D9247C98B5B0}" dt="2025-06-28T11:49:48.929" v="126" actId="313"/>
        <pc:sldMkLst>
          <pc:docMk/>
          <pc:sldMk cId="749710778" sldId="268"/>
        </pc:sldMkLst>
      </pc:sldChg>
      <pc:sldChg chg="modSp mod">
        <pc:chgData name="Sharma, Praveen Kumar" userId="fbd8a67d-fc98-495b-a6e4-8479048b7c52" providerId="ADAL" clId="{C0E0E9B7-FBF4-49D7-BA1E-D9247C98B5B0}" dt="2025-06-28T11:59:22.193" v="311" actId="313"/>
        <pc:sldMkLst>
          <pc:docMk/>
          <pc:sldMk cId="2099204483" sldId="273"/>
        </pc:sldMkLst>
      </pc:sldChg>
      <pc:sldChg chg="addSp delSp modSp mod">
        <pc:chgData name="Sharma, Praveen Kumar" userId="fbd8a67d-fc98-495b-a6e4-8479048b7c52" providerId="ADAL" clId="{C0E0E9B7-FBF4-49D7-BA1E-D9247C98B5B0}" dt="2025-06-28T11:59:05.830" v="308" actId="20577"/>
        <pc:sldMkLst>
          <pc:docMk/>
          <pc:sldMk cId="1003800380" sldId="274"/>
        </pc:sldMkLst>
      </pc:sldChg>
      <pc:sldChg chg="modSp mod ord">
        <pc:chgData name="Sharma, Praveen Kumar" userId="fbd8a67d-fc98-495b-a6e4-8479048b7c52" providerId="ADAL" clId="{C0E0E9B7-FBF4-49D7-BA1E-D9247C98B5B0}" dt="2025-06-28T11:59:15.301" v="310"/>
        <pc:sldMkLst>
          <pc:docMk/>
          <pc:sldMk cId="1156425854" sldId="275"/>
        </pc:sldMkLst>
      </pc:sldChg>
      <pc:sldChg chg="modSp mod">
        <pc:chgData name="Sharma, Praveen Kumar" userId="fbd8a67d-fc98-495b-a6e4-8479048b7c52" providerId="ADAL" clId="{C0E0E9B7-FBF4-49D7-BA1E-D9247C98B5B0}" dt="2025-06-28T11:49:32.040" v="125" actId="313"/>
        <pc:sldMkLst>
          <pc:docMk/>
          <pc:sldMk cId="16852381" sldId="276"/>
        </pc:sldMkLst>
      </pc:sldChg>
      <pc:sldChg chg="addSp delSp modSp add mod">
        <pc:chgData name="Sharma, Praveen Kumar" userId="fbd8a67d-fc98-495b-a6e4-8479048b7c52" providerId="ADAL" clId="{C0E0E9B7-FBF4-49D7-BA1E-D9247C98B5B0}" dt="2025-06-28T11:58:55.069" v="252" actId="1076"/>
        <pc:sldMkLst>
          <pc:docMk/>
          <pc:sldMk cId="1785301679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Records_countr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rmaP5\OneDrive%20-%20Unisys\Desktop\Global+Electronics+Retailer\Final\Record_month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rmaP5\OneDrive%20-%20Unisys\Desktop\Global+Electronics+Retailer\Final\Records_movement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Records_top10products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rmaP5\OneDrive%20-%20Unisys\Desktop\Global+Electronics+Retailer\Final\Records_movement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Records_top10products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online%20offlinetrend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Records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nisyscorp-my.sharepoint.com/personal/praveen_sharma_unisys_com/Documents/Desktop/Global+Electronics+Retailer/Final/Records_country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5822180000121795"/>
          <c:y val="0.17278279737868266"/>
          <c:w val="0.32686653147474898"/>
          <c:h val="0.50585099324766503"/>
        </c:manualLayout>
      </c:layout>
      <c:pieChart>
        <c:varyColors val="1"/>
        <c:ser>
          <c:idx val="0"/>
          <c:order val="0"/>
          <c:tx>
            <c:strRef>
              <c:f>Records_country!$B$1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6F-4025-BCEB-C3AA23AF64B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6F-4025-BCEB-C3AA23AF64B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F6F-4025-BCEB-C3AA23AF64B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6F-4025-BCEB-C3AA23AF64B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F6F-4025-BCEB-C3AA23AF64B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F6F-4025-BCEB-C3AA23AF64B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F6F-4025-BCEB-C3AA23AF64B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F6F-4025-BCEB-C3AA23AF64B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F6F-4025-BCEB-C3AA23AF64BC}"/>
              </c:ext>
            </c:extLst>
          </c:dPt>
          <c:cat>
            <c:strRef>
              <c:f>Records_country!$A$2:$A$10</c:f>
              <c:strCache>
                <c:ptCount val="9"/>
                <c:pt idx="0">
                  <c:v>United States</c:v>
                </c:pt>
                <c:pt idx="1">
                  <c:v>Online</c:v>
                </c:pt>
                <c:pt idx="2">
                  <c:v>United Kingdom</c:v>
                </c:pt>
                <c:pt idx="3">
                  <c:v>Germany</c:v>
                </c:pt>
                <c:pt idx="4">
                  <c:v>Canada</c:v>
                </c:pt>
                <c:pt idx="5">
                  <c:v>Australia</c:v>
                </c:pt>
                <c:pt idx="6">
                  <c:v>Italy</c:v>
                </c:pt>
                <c:pt idx="7">
                  <c:v>Netherlands</c:v>
                </c:pt>
                <c:pt idx="8">
                  <c:v>France</c:v>
                </c:pt>
              </c:strCache>
            </c:strRef>
          </c:cat>
          <c:val>
            <c:numRef>
              <c:f>Records_country!$B$2:$B$10</c:f>
              <c:numCache>
                <c:formatCode>General</c:formatCode>
                <c:ptCount val="9"/>
                <c:pt idx="0">
                  <c:v>23764425.859999999</c:v>
                </c:pt>
                <c:pt idx="1">
                  <c:v>11404324.630000001</c:v>
                </c:pt>
                <c:pt idx="2">
                  <c:v>5749769.7800000003</c:v>
                </c:pt>
                <c:pt idx="3">
                  <c:v>4246279.22</c:v>
                </c:pt>
                <c:pt idx="4">
                  <c:v>3611561.79</c:v>
                </c:pt>
                <c:pt idx="5">
                  <c:v>2099141.0699999998</c:v>
                </c:pt>
                <c:pt idx="6">
                  <c:v>2059086.81</c:v>
                </c:pt>
                <c:pt idx="7">
                  <c:v>1591344.48</c:v>
                </c:pt>
                <c:pt idx="8">
                  <c:v>1229545.95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F6F-4025-BCEB-C3AA23AF6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Record_month!$B$1</c:f>
              <c:strCache>
                <c:ptCount val="1"/>
                <c:pt idx="0">
                  <c:v>Sales_USD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Record_month!$A$2:$A$63</c:f>
              <c:strCache>
                <c:ptCount val="62"/>
                <c:pt idx="0">
                  <c:v>2016-01</c:v>
                </c:pt>
                <c:pt idx="1">
                  <c:v>2016-02</c:v>
                </c:pt>
                <c:pt idx="2">
                  <c:v>2016-03</c:v>
                </c:pt>
                <c:pt idx="3">
                  <c:v>2016-04</c:v>
                </c:pt>
                <c:pt idx="4">
                  <c:v>2016-05</c:v>
                </c:pt>
                <c:pt idx="5">
                  <c:v>2016-06</c:v>
                </c:pt>
                <c:pt idx="6">
                  <c:v>2016-07</c:v>
                </c:pt>
                <c:pt idx="7">
                  <c:v>2016-08</c:v>
                </c:pt>
                <c:pt idx="8">
                  <c:v>2016-09</c:v>
                </c:pt>
                <c:pt idx="9">
                  <c:v>2016-10</c:v>
                </c:pt>
                <c:pt idx="10">
                  <c:v>2016-11</c:v>
                </c:pt>
                <c:pt idx="11">
                  <c:v>2016-12</c:v>
                </c:pt>
                <c:pt idx="12">
                  <c:v>2017-01</c:v>
                </c:pt>
                <c:pt idx="13">
                  <c:v>2017-02</c:v>
                </c:pt>
                <c:pt idx="14">
                  <c:v>2017-03</c:v>
                </c:pt>
                <c:pt idx="15">
                  <c:v>2017-04</c:v>
                </c:pt>
                <c:pt idx="16">
                  <c:v>2017-05</c:v>
                </c:pt>
                <c:pt idx="17">
                  <c:v>2017-06</c:v>
                </c:pt>
                <c:pt idx="18">
                  <c:v>2017-07</c:v>
                </c:pt>
                <c:pt idx="19">
                  <c:v>2017-08</c:v>
                </c:pt>
                <c:pt idx="20">
                  <c:v>2017-09</c:v>
                </c:pt>
                <c:pt idx="21">
                  <c:v>2017-10</c:v>
                </c:pt>
                <c:pt idx="22">
                  <c:v>2017-11</c:v>
                </c:pt>
                <c:pt idx="23">
                  <c:v>2017-12</c:v>
                </c:pt>
                <c:pt idx="24">
                  <c:v>2018-01</c:v>
                </c:pt>
                <c:pt idx="25">
                  <c:v>2018-02</c:v>
                </c:pt>
                <c:pt idx="26">
                  <c:v>2018-03</c:v>
                </c:pt>
                <c:pt idx="27">
                  <c:v>2018-04</c:v>
                </c:pt>
                <c:pt idx="28">
                  <c:v>2018-05</c:v>
                </c:pt>
                <c:pt idx="29">
                  <c:v>2018-06</c:v>
                </c:pt>
                <c:pt idx="30">
                  <c:v>2018-07</c:v>
                </c:pt>
                <c:pt idx="31">
                  <c:v>2018-08</c:v>
                </c:pt>
                <c:pt idx="32">
                  <c:v>2018-09</c:v>
                </c:pt>
                <c:pt idx="33">
                  <c:v>2018-10</c:v>
                </c:pt>
                <c:pt idx="34">
                  <c:v>2018-11</c:v>
                </c:pt>
                <c:pt idx="35">
                  <c:v>2018-12</c:v>
                </c:pt>
                <c:pt idx="36">
                  <c:v>2019-01</c:v>
                </c:pt>
                <c:pt idx="37">
                  <c:v>2019-02</c:v>
                </c:pt>
                <c:pt idx="38">
                  <c:v>2019-03</c:v>
                </c:pt>
                <c:pt idx="39">
                  <c:v>2019-04</c:v>
                </c:pt>
                <c:pt idx="40">
                  <c:v>2019-05</c:v>
                </c:pt>
                <c:pt idx="41">
                  <c:v>2019-06</c:v>
                </c:pt>
                <c:pt idx="42">
                  <c:v>2019-07</c:v>
                </c:pt>
                <c:pt idx="43">
                  <c:v>2019-08</c:v>
                </c:pt>
                <c:pt idx="44">
                  <c:v>2019-09</c:v>
                </c:pt>
                <c:pt idx="45">
                  <c:v>2019-10</c:v>
                </c:pt>
                <c:pt idx="46">
                  <c:v>2019-11</c:v>
                </c:pt>
                <c:pt idx="47">
                  <c:v>2019-12</c:v>
                </c:pt>
                <c:pt idx="48">
                  <c:v>2020-01</c:v>
                </c:pt>
                <c:pt idx="49">
                  <c:v>2020-02</c:v>
                </c:pt>
                <c:pt idx="50">
                  <c:v>2020-03</c:v>
                </c:pt>
                <c:pt idx="51">
                  <c:v>2020-04</c:v>
                </c:pt>
                <c:pt idx="52">
                  <c:v>2020-05</c:v>
                </c:pt>
                <c:pt idx="53">
                  <c:v>2020-06</c:v>
                </c:pt>
                <c:pt idx="54">
                  <c:v>2020-07</c:v>
                </c:pt>
                <c:pt idx="55">
                  <c:v>2020-08</c:v>
                </c:pt>
                <c:pt idx="56">
                  <c:v>2020-09</c:v>
                </c:pt>
                <c:pt idx="57">
                  <c:v>2020-10</c:v>
                </c:pt>
                <c:pt idx="58">
                  <c:v>2020-11</c:v>
                </c:pt>
                <c:pt idx="59">
                  <c:v>2020-12</c:v>
                </c:pt>
                <c:pt idx="60">
                  <c:v>2021-01</c:v>
                </c:pt>
                <c:pt idx="61">
                  <c:v>2021-02</c:v>
                </c:pt>
              </c:strCache>
            </c:strRef>
          </c:cat>
          <c:val>
            <c:numRef>
              <c:f>Record_month!$B$2:$B$63</c:f>
              <c:numCache>
                <c:formatCode>General</c:formatCode>
                <c:ptCount val="62"/>
                <c:pt idx="0">
                  <c:v>649918.78</c:v>
                </c:pt>
                <c:pt idx="1">
                  <c:v>891098.3</c:v>
                </c:pt>
                <c:pt idx="2">
                  <c:v>338407.36</c:v>
                </c:pt>
                <c:pt idx="3">
                  <c:v>110591.63</c:v>
                </c:pt>
                <c:pt idx="4">
                  <c:v>595986.18000000005</c:v>
                </c:pt>
                <c:pt idx="5">
                  <c:v>518585.28</c:v>
                </c:pt>
                <c:pt idx="6">
                  <c:v>454959.83</c:v>
                </c:pt>
                <c:pt idx="7">
                  <c:v>547512.68999999994</c:v>
                </c:pt>
                <c:pt idx="8">
                  <c:v>567421.12</c:v>
                </c:pt>
                <c:pt idx="9">
                  <c:v>623959.56999999995</c:v>
                </c:pt>
                <c:pt idx="10">
                  <c:v>649949.36</c:v>
                </c:pt>
                <c:pt idx="11">
                  <c:v>998403.46</c:v>
                </c:pt>
                <c:pt idx="12">
                  <c:v>670114.80000000005</c:v>
                </c:pt>
                <c:pt idx="13">
                  <c:v>750526.19</c:v>
                </c:pt>
                <c:pt idx="14">
                  <c:v>331248.59000000003</c:v>
                </c:pt>
                <c:pt idx="15">
                  <c:v>58580.07</c:v>
                </c:pt>
                <c:pt idx="16">
                  <c:v>616258.96</c:v>
                </c:pt>
                <c:pt idx="17">
                  <c:v>631731.30000000005</c:v>
                </c:pt>
                <c:pt idx="18">
                  <c:v>511786.72</c:v>
                </c:pt>
                <c:pt idx="19">
                  <c:v>593379.05000000005</c:v>
                </c:pt>
                <c:pt idx="20">
                  <c:v>686375.1</c:v>
                </c:pt>
                <c:pt idx="21">
                  <c:v>628521.43000000005</c:v>
                </c:pt>
                <c:pt idx="22">
                  <c:v>655722.99</c:v>
                </c:pt>
                <c:pt idx="23">
                  <c:v>1287177.07</c:v>
                </c:pt>
                <c:pt idx="24">
                  <c:v>917075.35</c:v>
                </c:pt>
                <c:pt idx="25">
                  <c:v>1344342.7</c:v>
                </c:pt>
                <c:pt idx="26">
                  <c:v>434951.15</c:v>
                </c:pt>
                <c:pt idx="27">
                  <c:v>70627.539999999994</c:v>
                </c:pt>
                <c:pt idx="28">
                  <c:v>1073265.56</c:v>
                </c:pt>
                <c:pt idx="29">
                  <c:v>973975.33</c:v>
                </c:pt>
                <c:pt idx="30">
                  <c:v>964149.46</c:v>
                </c:pt>
                <c:pt idx="31">
                  <c:v>1026845.73</c:v>
                </c:pt>
                <c:pt idx="32">
                  <c:v>1181765.1399999999</c:v>
                </c:pt>
                <c:pt idx="33">
                  <c:v>1241730.03</c:v>
                </c:pt>
                <c:pt idx="34">
                  <c:v>1478026.63</c:v>
                </c:pt>
                <c:pt idx="35">
                  <c:v>2082206.04</c:v>
                </c:pt>
                <c:pt idx="36">
                  <c:v>1940899.57</c:v>
                </c:pt>
                <c:pt idx="37">
                  <c:v>2102862.5699999998</c:v>
                </c:pt>
                <c:pt idx="38">
                  <c:v>845925.09</c:v>
                </c:pt>
                <c:pt idx="39">
                  <c:v>149892.71</c:v>
                </c:pt>
                <c:pt idx="40">
                  <c:v>1594446.47</c:v>
                </c:pt>
                <c:pt idx="41">
                  <c:v>1404861.4</c:v>
                </c:pt>
                <c:pt idx="42">
                  <c:v>1408714.62</c:v>
                </c:pt>
                <c:pt idx="43">
                  <c:v>1500784.77</c:v>
                </c:pt>
                <c:pt idx="44">
                  <c:v>1547870.73</c:v>
                </c:pt>
                <c:pt idx="45">
                  <c:v>1575168.82</c:v>
                </c:pt>
                <c:pt idx="46">
                  <c:v>1715659.88</c:v>
                </c:pt>
                <c:pt idx="47">
                  <c:v>2477295.85</c:v>
                </c:pt>
                <c:pt idx="48">
                  <c:v>2068951.12</c:v>
                </c:pt>
                <c:pt idx="49">
                  <c:v>2227379.5699999998</c:v>
                </c:pt>
                <c:pt idx="50">
                  <c:v>674990.66</c:v>
                </c:pt>
                <c:pt idx="51">
                  <c:v>217642.1</c:v>
                </c:pt>
                <c:pt idx="52">
                  <c:v>878026.63</c:v>
                </c:pt>
                <c:pt idx="53">
                  <c:v>763883.23</c:v>
                </c:pt>
                <c:pt idx="54">
                  <c:v>512805.18</c:v>
                </c:pt>
                <c:pt idx="55">
                  <c:v>416647.08</c:v>
                </c:pt>
                <c:pt idx="56">
                  <c:v>380431.52</c:v>
                </c:pt>
                <c:pt idx="57">
                  <c:v>245647.59</c:v>
                </c:pt>
                <c:pt idx="58">
                  <c:v>256701.02</c:v>
                </c:pt>
                <c:pt idx="59">
                  <c:v>651526.43999999994</c:v>
                </c:pt>
                <c:pt idx="60">
                  <c:v>513021.58</c:v>
                </c:pt>
                <c:pt idx="61">
                  <c:v>526266.9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05-4A5D-803E-50C881C69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9192191"/>
        <c:axId val="849167711"/>
      </c:barChart>
      <c:catAx>
        <c:axId val="84919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167711"/>
        <c:crosses val="autoZero"/>
        <c:auto val="1"/>
        <c:lblAlgn val="ctr"/>
        <c:lblOffset val="100"/>
        <c:noMultiLvlLbl val="0"/>
      </c:catAx>
      <c:valAx>
        <c:axId val="84916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19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Records_movement!$B$1</c:f>
              <c:strCache>
                <c:ptCount val="1"/>
                <c:pt idx="0">
                  <c:v>Product_Count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39-4623-9EE4-01E01DC4AA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39-4623-9EE4-01E01DC4AA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739-4623-9EE4-01E01DC4AA66}"/>
              </c:ext>
            </c:extLst>
          </c:dPt>
          <c:cat>
            <c:strRef>
              <c:f>Records_movement!$A$2:$A$4</c:f>
              <c:strCache>
                <c:ptCount val="3"/>
                <c:pt idx="0">
                  <c:v>Slow Moving</c:v>
                </c:pt>
                <c:pt idx="1">
                  <c:v>Average</c:v>
                </c:pt>
                <c:pt idx="2">
                  <c:v>Fast Moving</c:v>
                </c:pt>
              </c:strCache>
            </c:strRef>
          </c:cat>
          <c:val>
            <c:numRef>
              <c:f>Records_movement!$B$2:$B$4</c:f>
              <c:numCache>
                <c:formatCode>General</c:formatCode>
                <c:ptCount val="3"/>
                <c:pt idx="0">
                  <c:v>1945</c:v>
                </c:pt>
                <c:pt idx="1">
                  <c:v>415</c:v>
                </c:pt>
                <c:pt idx="2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39-4623-9EE4-01E01DC4A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Records_top10products!$B$1</c:f>
              <c:strCache>
                <c:ptCount val="1"/>
                <c:pt idx="0">
                  <c:v>Unit Price USD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Records_top10products!$B$2:$B$12</c:f>
            </c:numRef>
          </c:val>
          <c:extLst>
            <c:ext xmlns:c16="http://schemas.microsoft.com/office/drawing/2014/chart" uri="{C3380CC4-5D6E-409C-BE32-E72D297353CC}">
              <c16:uniqueId val="{00000000-1019-4C8E-A07E-083309AC13D1}"/>
            </c:ext>
          </c:extLst>
        </c:ser>
        <c:ser>
          <c:idx val="1"/>
          <c:order val="1"/>
          <c:tx>
            <c:strRef>
              <c:f>Records_top10products!$C$1</c:f>
              <c:strCache>
                <c:ptCount val="1"/>
                <c:pt idx="0">
                  <c:v>Unit Cost USD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Records_top10products!$C$2:$C$12</c:f>
            </c:numRef>
          </c:val>
          <c:extLst>
            <c:ext xmlns:c16="http://schemas.microsoft.com/office/drawing/2014/chart" uri="{C3380CC4-5D6E-409C-BE32-E72D297353CC}">
              <c16:uniqueId val="{00000001-1019-4C8E-A07E-083309AC13D1}"/>
            </c:ext>
          </c:extLst>
        </c:ser>
        <c:ser>
          <c:idx val="2"/>
          <c:order val="2"/>
          <c:tx>
            <c:strRef>
              <c:f>Records_top10products!$D$1</c:f>
              <c:strCache>
                <c:ptCount val="1"/>
                <c:pt idx="0">
                  <c:v>Unit_Profit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Records_top10products!$D$2:$D$12</c:f>
            </c:numRef>
          </c:val>
          <c:extLst>
            <c:ext xmlns:c16="http://schemas.microsoft.com/office/drawing/2014/chart" uri="{C3380CC4-5D6E-409C-BE32-E72D297353CC}">
              <c16:uniqueId val="{00000002-1019-4C8E-A07E-083309AC13D1}"/>
            </c:ext>
          </c:extLst>
        </c:ser>
        <c:ser>
          <c:idx val="3"/>
          <c:order val="3"/>
          <c:tx>
            <c:strRef>
              <c:f>Records_top10products!$E$1</c:f>
              <c:strCache>
                <c:ptCount val="1"/>
                <c:pt idx="0">
                  <c:v>Total_Profit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Records_top10products!$E$2:$E$12</c:f>
              <c:numCache>
                <c:formatCode>General</c:formatCode>
                <c:ptCount val="11"/>
                <c:pt idx="0">
                  <c:v>337986</c:v>
                </c:pt>
                <c:pt idx="1">
                  <c:v>311663.95</c:v>
                </c:pt>
                <c:pt idx="2">
                  <c:v>310368.05</c:v>
                </c:pt>
                <c:pt idx="3">
                  <c:v>299352.90000000002</c:v>
                </c:pt>
                <c:pt idx="4">
                  <c:v>292225.45</c:v>
                </c:pt>
                <c:pt idx="5">
                  <c:v>283908.24</c:v>
                </c:pt>
                <c:pt idx="6">
                  <c:v>282679.2</c:v>
                </c:pt>
                <c:pt idx="7">
                  <c:v>263727.12</c:v>
                </c:pt>
                <c:pt idx="8">
                  <c:v>250152.93</c:v>
                </c:pt>
                <c:pt idx="9">
                  <c:v>240891.84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19-4C8E-A07E-083309AC1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5611951"/>
        <c:axId val="495614831"/>
      </c:barChart>
      <c:catAx>
        <c:axId val="49561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14831"/>
        <c:crosses val="autoZero"/>
        <c:auto val="1"/>
        <c:lblAlgn val="ctr"/>
        <c:lblOffset val="100"/>
        <c:noMultiLvlLbl val="0"/>
      </c:catAx>
      <c:valAx>
        <c:axId val="49561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1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Records_top10products!$B$1</c:f>
              <c:strCache>
                <c:ptCount val="1"/>
                <c:pt idx="0">
                  <c:v>Unit Price USD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Records_top10products!$B$2:$B$12</c:f>
            </c:numRef>
          </c:val>
          <c:extLst>
            <c:ext xmlns:c16="http://schemas.microsoft.com/office/drawing/2014/chart" uri="{C3380CC4-5D6E-409C-BE32-E72D297353CC}">
              <c16:uniqueId val="{00000000-1019-4C8E-A07E-083309AC13D1}"/>
            </c:ext>
          </c:extLst>
        </c:ser>
        <c:ser>
          <c:idx val="1"/>
          <c:order val="1"/>
          <c:tx>
            <c:strRef>
              <c:f>Records_top10products!$C$1</c:f>
              <c:strCache>
                <c:ptCount val="1"/>
                <c:pt idx="0">
                  <c:v>Unit Cost USD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Records_top10products!$C$2:$C$12</c:f>
            </c:numRef>
          </c:val>
          <c:extLst>
            <c:ext xmlns:c16="http://schemas.microsoft.com/office/drawing/2014/chart" uri="{C3380CC4-5D6E-409C-BE32-E72D297353CC}">
              <c16:uniqueId val="{00000001-1019-4C8E-A07E-083309AC13D1}"/>
            </c:ext>
          </c:extLst>
        </c:ser>
        <c:ser>
          <c:idx val="2"/>
          <c:order val="2"/>
          <c:tx>
            <c:strRef>
              <c:f>Records_top10products!$D$1</c:f>
              <c:strCache>
                <c:ptCount val="1"/>
                <c:pt idx="0">
                  <c:v>Unit_Profit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Records_top10products!$D$2:$D$12</c:f>
            </c:numRef>
          </c:val>
          <c:extLst>
            <c:ext xmlns:c16="http://schemas.microsoft.com/office/drawing/2014/chart" uri="{C3380CC4-5D6E-409C-BE32-E72D297353CC}">
              <c16:uniqueId val="{00000002-1019-4C8E-A07E-083309AC13D1}"/>
            </c:ext>
          </c:extLst>
        </c:ser>
        <c:ser>
          <c:idx val="3"/>
          <c:order val="3"/>
          <c:tx>
            <c:strRef>
              <c:f>Records_top10products!$E$1</c:f>
              <c:strCache>
                <c:ptCount val="1"/>
                <c:pt idx="0">
                  <c:v>Total_Profit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Records_top10products!$A$2:$A$12</c:f>
              <c:strCache>
                <c:ptCount val="10"/>
                <c:pt idx="0">
                  <c:v>WWI Desktop PC2.33 X2330 Black</c:v>
                </c:pt>
                <c:pt idx="1">
                  <c:v>Adventure Works Desktop PC2.33 XD233 Silver</c:v>
                </c:pt>
                <c:pt idx="2">
                  <c:v>Adventure Works Desktop PC2.33 XD233 Brown</c:v>
                </c:pt>
                <c:pt idx="3">
                  <c:v>Adventure Works Desktop PC2.33 XD233 Black</c:v>
                </c:pt>
                <c:pt idx="4">
                  <c:v>Adventure Works Desktop PC2.33 XD233 White</c:v>
                </c:pt>
                <c:pt idx="5">
                  <c:v>WWI Desktop PC2.33 X2330 White</c:v>
                </c:pt>
                <c:pt idx="6">
                  <c:v>WWI Desktop PC2.33 X2330 Brown</c:v>
                </c:pt>
                <c:pt idx="7">
                  <c:v>Adventure Works 52 LCD HDTV X590 White"</c:v>
                </c:pt>
                <c:pt idx="8">
                  <c:v>Adventure Works 52 LCD HDTV X590 Black"</c:v>
                </c:pt>
                <c:pt idx="9">
                  <c:v>WWI Desktop PC2.33 X2330 Silver</c:v>
                </c:pt>
              </c:strCache>
            </c:strRef>
          </c:cat>
          <c:val>
            <c:numRef>
              <c:f>Records_top10products!$E$2:$E$12</c:f>
              <c:numCache>
                <c:formatCode>General</c:formatCode>
                <c:ptCount val="11"/>
                <c:pt idx="0">
                  <c:v>337986</c:v>
                </c:pt>
                <c:pt idx="1">
                  <c:v>311663.95</c:v>
                </c:pt>
                <c:pt idx="2">
                  <c:v>310368.05</c:v>
                </c:pt>
                <c:pt idx="3">
                  <c:v>299352.90000000002</c:v>
                </c:pt>
                <c:pt idx="4">
                  <c:v>292225.45</c:v>
                </c:pt>
                <c:pt idx="5">
                  <c:v>283908.24</c:v>
                </c:pt>
                <c:pt idx="6">
                  <c:v>282679.2</c:v>
                </c:pt>
                <c:pt idx="7">
                  <c:v>263727.12</c:v>
                </c:pt>
                <c:pt idx="8">
                  <c:v>250152.93</c:v>
                </c:pt>
                <c:pt idx="9">
                  <c:v>240891.84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19-4C8E-A07E-083309AC1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5611951"/>
        <c:axId val="495614831"/>
      </c:barChart>
      <c:catAx>
        <c:axId val="49561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14831"/>
        <c:crosses val="autoZero"/>
        <c:auto val="1"/>
        <c:lblAlgn val="ctr"/>
        <c:lblOffset val="100"/>
        <c:noMultiLvlLbl val="0"/>
      </c:catAx>
      <c:valAx>
        <c:axId val="49561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1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'online offlinetrend'!$A$2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'online offlinetrend'!$B$1:$E$1</c:f>
              <c:strCache>
                <c:ptCount val="3"/>
                <c:pt idx="0">
                  <c:v>Avg_Order_Value</c:v>
                </c:pt>
                <c:pt idx="1">
                  <c:v>Max_Value</c:v>
                </c:pt>
                <c:pt idx="2">
                  <c:v>Total_Orders</c:v>
                </c:pt>
              </c:strCache>
            </c:strRef>
          </c:cat>
          <c:val>
            <c:numRef>
              <c:f>'online offlinetrend'!$B$2:$E$2</c:f>
              <c:numCache>
                <c:formatCode>General</c:formatCode>
                <c:ptCount val="3"/>
                <c:pt idx="0">
                  <c:v>2137.8200000000002</c:v>
                </c:pt>
                <c:pt idx="1">
                  <c:v>43278.83</c:v>
                </c:pt>
                <c:pt idx="2">
                  <c:v>20746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37-4A57-A52C-E7C288F4632F}"/>
            </c:ext>
          </c:extLst>
        </c:ser>
        <c:ser>
          <c:idx val="1"/>
          <c:order val="1"/>
          <c:tx>
            <c:strRef>
              <c:f>'online offlinetrend'!$A$3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'online offlinetrend'!$B$1:$E$1</c:f>
              <c:strCache>
                <c:ptCount val="3"/>
                <c:pt idx="0">
                  <c:v>Avg_Order_Value</c:v>
                </c:pt>
                <c:pt idx="1">
                  <c:v>Max_Value</c:v>
                </c:pt>
                <c:pt idx="2">
                  <c:v>Total_Orders</c:v>
                </c:pt>
              </c:strCache>
            </c:strRef>
          </c:cat>
          <c:val>
            <c:numRef>
              <c:f>'online offlinetrend'!$B$3:$E$3</c:f>
              <c:numCache>
                <c:formatCode>General</c:formatCode>
                <c:ptCount val="3"/>
                <c:pt idx="0">
                  <c:v>2043.79</c:v>
                </c:pt>
                <c:pt idx="1">
                  <c:v>31493.85</c:v>
                </c:pt>
                <c:pt idx="2">
                  <c:v>5580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37-4A57-A52C-E7C288F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3090048"/>
        <c:axId val="1713103008"/>
      </c:barChart>
      <c:catAx>
        <c:axId val="171309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103008"/>
        <c:crosses val="autoZero"/>
        <c:auto val="1"/>
        <c:lblAlgn val="ctr"/>
        <c:lblOffset val="100"/>
        <c:noMultiLvlLbl val="0"/>
      </c:catAx>
      <c:valAx>
        <c:axId val="1713103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09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Records!$B$1</c:f>
              <c:strCache>
                <c:ptCount val="1"/>
                <c:pt idx="0">
                  <c:v>Total_Sold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Records!$A$2:$A$17</c:f>
              <c:strCache>
                <c:ptCount val="16"/>
                <c:pt idx="0">
                  <c:v>Black</c:v>
                </c:pt>
                <c:pt idx="1">
                  <c:v>Silver</c:v>
                </c:pt>
                <c:pt idx="2">
                  <c:v>White</c:v>
                </c:pt>
                <c:pt idx="3">
                  <c:v>Grey</c:v>
                </c:pt>
                <c:pt idx="4">
                  <c:v>Red</c:v>
                </c:pt>
                <c:pt idx="5">
                  <c:v>Blue</c:v>
                </c:pt>
                <c:pt idx="6">
                  <c:v>Pink</c:v>
                </c:pt>
                <c:pt idx="7">
                  <c:v>Brown</c:v>
                </c:pt>
                <c:pt idx="8">
                  <c:v>Gold</c:v>
                </c:pt>
                <c:pt idx="9">
                  <c:v>Yellow</c:v>
                </c:pt>
                <c:pt idx="10">
                  <c:v>Green</c:v>
                </c:pt>
                <c:pt idx="11">
                  <c:v>Orange</c:v>
                </c:pt>
                <c:pt idx="12">
                  <c:v>Purple</c:v>
                </c:pt>
                <c:pt idx="13">
                  <c:v>Azure</c:v>
                </c:pt>
                <c:pt idx="14">
                  <c:v>Silver Grey</c:v>
                </c:pt>
                <c:pt idx="15">
                  <c:v>Transparent</c:v>
                </c:pt>
              </c:strCache>
            </c:strRef>
          </c:cat>
          <c:val>
            <c:numRef>
              <c:f>Records!$B$2:$B$17</c:f>
              <c:numCache>
                <c:formatCode>General</c:formatCode>
                <c:ptCount val="16"/>
                <c:pt idx="0">
                  <c:v>52389</c:v>
                </c:pt>
                <c:pt idx="1">
                  <c:v>37535</c:v>
                </c:pt>
                <c:pt idx="2">
                  <c:v>36382</c:v>
                </c:pt>
                <c:pt idx="3">
                  <c:v>14874</c:v>
                </c:pt>
                <c:pt idx="4">
                  <c:v>12022</c:v>
                </c:pt>
                <c:pt idx="5">
                  <c:v>11814</c:v>
                </c:pt>
                <c:pt idx="6">
                  <c:v>6335</c:v>
                </c:pt>
                <c:pt idx="7">
                  <c:v>6239</c:v>
                </c:pt>
                <c:pt idx="8">
                  <c:v>6028</c:v>
                </c:pt>
                <c:pt idx="9">
                  <c:v>5196</c:v>
                </c:pt>
                <c:pt idx="10">
                  <c:v>4092</c:v>
                </c:pt>
                <c:pt idx="11">
                  <c:v>2407</c:v>
                </c:pt>
                <c:pt idx="12">
                  <c:v>966</c:v>
                </c:pt>
                <c:pt idx="13">
                  <c:v>640</c:v>
                </c:pt>
                <c:pt idx="14">
                  <c:v>625</c:v>
                </c:pt>
                <c:pt idx="15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1D-4637-AF14-2C90EB813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7181743"/>
        <c:axId val="1389023423"/>
      </c:barChart>
      <c:catAx>
        <c:axId val="777181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023423"/>
        <c:crosses val="autoZero"/>
        <c:auto val="1"/>
        <c:lblAlgn val="ctr"/>
        <c:lblOffset val="100"/>
        <c:noMultiLvlLbl val="0"/>
      </c:catAx>
      <c:valAx>
        <c:axId val="1389023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7181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822180000121795"/>
          <c:y val="0.17278279737868266"/>
          <c:w val="0.32686653147474898"/>
          <c:h val="0.50585099324766503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EA1FB1-4240-4A35-9854-3C9D1FA5C905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6DE367-272F-4F24-975C-2BAF8E85DFB9}">
      <dgm:prSet/>
      <dgm:spPr/>
      <dgm:t>
        <a:bodyPr/>
        <a:lstStyle/>
        <a:p>
          <a:r>
            <a:rPr lang="en-US"/>
            <a:t>Data about various parameters of a global electronics retailer.</a:t>
          </a:r>
        </a:p>
      </dgm:t>
    </dgm:pt>
    <dgm:pt modelId="{1E46DEE6-A708-4EFF-817B-AEDBFAFD8D32}" type="parTrans" cxnId="{C68999A6-2B1A-4039-804F-F00670D986FA}">
      <dgm:prSet/>
      <dgm:spPr/>
      <dgm:t>
        <a:bodyPr/>
        <a:lstStyle/>
        <a:p>
          <a:endParaRPr lang="en-US"/>
        </a:p>
      </dgm:t>
    </dgm:pt>
    <dgm:pt modelId="{943F92CA-C959-4800-8AE1-BC6A5BE91B99}" type="sibTrans" cxnId="{C68999A6-2B1A-4039-804F-F00670D986FA}">
      <dgm:prSet/>
      <dgm:spPr/>
      <dgm:t>
        <a:bodyPr/>
        <a:lstStyle/>
        <a:p>
          <a:endParaRPr lang="en-US"/>
        </a:p>
      </dgm:t>
    </dgm:pt>
    <dgm:pt modelId="{703E034C-46FA-4C94-904A-AACAFC018F33}">
      <dgm:prSet/>
      <dgm:spPr/>
      <dgm:t>
        <a:bodyPr/>
        <a:lstStyle/>
        <a:p>
          <a:r>
            <a:rPr lang="en-US"/>
            <a:t>Tables include transactions, products, customers, stores, and currency exchange rates, for a period of 6 years in different countries, states, and cities.</a:t>
          </a:r>
        </a:p>
      </dgm:t>
    </dgm:pt>
    <dgm:pt modelId="{FCF774F1-F3E2-4E65-BEEA-AFE2B5C0E16F}" type="parTrans" cxnId="{2CF46D0A-2A4A-4BE5-B0C3-453F34D3D929}">
      <dgm:prSet/>
      <dgm:spPr/>
      <dgm:t>
        <a:bodyPr/>
        <a:lstStyle/>
        <a:p>
          <a:endParaRPr lang="en-US"/>
        </a:p>
      </dgm:t>
    </dgm:pt>
    <dgm:pt modelId="{AC447555-E7DB-4B2F-84A4-35AED04A23A9}" type="sibTrans" cxnId="{2CF46D0A-2A4A-4BE5-B0C3-453F34D3D929}">
      <dgm:prSet/>
      <dgm:spPr/>
      <dgm:t>
        <a:bodyPr/>
        <a:lstStyle/>
        <a:p>
          <a:endParaRPr lang="en-US"/>
        </a:p>
      </dgm:t>
    </dgm:pt>
    <dgm:pt modelId="{FCB12BDD-1B53-4709-BC2F-B30906E08DD0}">
      <dgm:prSet/>
      <dgm:spPr/>
      <dgm:t>
        <a:bodyPr/>
        <a:lstStyle/>
        <a:p>
          <a:r>
            <a:rPr lang="en-IN"/>
            <a:t>Good for applying SQL concepts to extract information, analyse data and infer trends. </a:t>
          </a:r>
          <a:endParaRPr lang="en-US"/>
        </a:p>
      </dgm:t>
    </dgm:pt>
    <dgm:pt modelId="{8ED84DCD-21A9-44B2-BB30-85C6C2E9BA44}" type="parTrans" cxnId="{74EE5E76-64DD-4A2F-9081-0DAAE47A33D1}">
      <dgm:prSet/>
      <dgm:spPr/>
      <dgm:t>
        <a:bodyPr/>
        <a:lstStyle/>
        <a:p>
          <a:endParaRPr lang="en-US"/>
        </a:p>
      </dgm:t>
    </dgm:pt>
    <dgm:pt modelId="{79B79E8F-3514-43C0-A537-412F3D838A79}" type="sibTrans" cxnId="{74EE5E76-64DD-4A2F-9081-0DAAE47A33D1}">
      <dgm:prSet/>
      <dgm:spPr/>
      <dgm:t>
        <a:bodyPr/>
        <a:lstStyle/>
        <a:p>
          <a:endParaRPr lang="en-US"/>
        </a:p>
      </dgm:t>
    </dgm:pt>
    <dgm:pt modelId="{E7B9AFE3-A7E4-43CD-997A-1B2D8503751C}">
      <dgm:prSet/>
      <dgm:spPr/>
      <dgm:t>
        <a:bodyPr/>
        <a:lstStyle/>
        <a:p>
          <a:r>
            <a:rPr lang="en-US"/>
            <a:t>4. Salient Stats:</a:t>
          </a:r>
        </a:p>
      </dgm:t>
    </dgm:pt>
    <dgm:pt modelId="{40AA46FB-A086-42E9-B83E-EA836792160B}" type="parTrans" cxnId="{DCFC1627-2774-42D6-B584-91A249F9090B}">
      <dgm:prSet/>
      <dgm:spPr/>
      <dgm:t>
        <a:bodyPr/>
        <a:lstStyle/>
        <a:p>
          <a:endParaRPr lang="en-US"/>
        </a:p>
      </dgm:t>
    </dgm:pt>
    <dgm:pt modelId="{C68C9D75-473E-4057-98D6-6C527B746768}" type="sibTrans" cxnId="{DCFC1627-2774-42D6-B584-91A249F9090B}">
      <dgm:prSet/>
      <dgm:spPr/>
      <dgm:t>
        <a:bodyPr/>
        <a:lstStyle/>
        <a:p>
          <a:endParaRPr lang="en-US"/>
        </a:p>
      </dgm:t>
    </dgm:pt>
    <dgm:pt modelId="{2A101BF6-85D3-4F9C-8E84-A57D780087C5}">
      <dgm:prSet/>
      <dgm:spPr/>
      <dgm:t>
        <a:bodyPr/>
        <a:lstStyle/>
        <a:p>
          <a:r>
            <a:rPr lang="en-US"/>
            <a:t>Tables : 5</a:t>
          </a:r>
        </a:p>
      </dgm:t>
    </dgm:pt>
    <dgm:pt modelId="{994DBC8A-7D31-4EFB-8DC8-25581E2A3316}" type="parTrans" cxnId="{DAA36B2D-18D1-4B71-9C43-C60B2C45CD85}">
      <dgm:prSet/>
      <dgm:spPr/>
      <dgm:t>
        <a:bodyPr/>
        <a:lstStyle/>
        <a:p>
          <a:endParaRPr lang="en-US"/>
        </a:p>
      </dgm:t>
    </dgm:pt>
    <dgm:pt modelId="{BCC76DAB-F7E0-4142-934F-FD3DE16384DC}" type="sibTrans" cxnId="{DAA36B2D-18D1-4B71-9C43-C60B2C45CD85}">
      <dgm:prSet/>
      <dgm:spPr/>
      <dgm:t>
        <a:bodyPr/>
        <a:lstStyle/>
        <a:p>
          <a:endParaRPr lang="en-US"/>
        </a:p>
      </dgm:t>
    </dgm:pt>
    <dgm:pt modelId="{D795801B-73F1-4C64-8BB8-7BD84C82A1F0}">
      <dgm:prSet/>
      <dgm:spPr/>
      <dgm:t>
        <a:bodyPr/>
        <a:lstStyle/>
        <a:p>
          <a:r>
            <a:rPr lang="en-US"/>
            <a:t>Customers : 16k</a:t>
          </a:r>
        </a:p>
      </dgm:t>
    </dgm:pt>
    <dgm:pt modelId="{D817E798-DA68-4E4A-80DF-820AB6F94230}" type="parTrans" cxnId="{ECE4C5BF-A502-48B2-94FD-FAC9D9752036}">
      <dgm:prSet/>
      <dgm:spPr/>
      <dgm:t>
        <a:bodyPr/>
        <a:lstStyle/>
        <a:p>
          <a:endParaRPr lang="en-US"/>
        </a:p>
      </dgm:t>
    </dgm:pt>
    <dgm:pt modelId="{109FD69B-B9CC-4A31-847A-475B9F8CFE60}" type="sibTrans" cxnId="{ECE4C5BF-A502-48B2-94FD-FAC9D9752036}">
      <dgm:prSet/>
      <dgm:spPr/>
      <dgm:t>
        <a:bodyPr/>
        <a:lstStyle/>
        <a:p>
          <a:endParaRPr lang="en-US"/>
        </a:p>
      </dgm:t>
    </dgm:pt>
    <dgm:pt modelId="{52313FE8-6BD5-4977-9655-BD608775271A}">
      <dgm:prSet/>
      <dgm:spPr/>
      <dgm:t>
        <a:bodyPr/>
        <a:lstStyle/>
        <a:p>
          <a:r>
            <a:rPr lang="en-US"/>
            <a:t>Transactions : 63k</a:t>
          </a:r>
        </a:p>
      </dgm:t>
    </dgm:pt>
    <dgm:pt modelId="{300839D3-2A92-48A7-9D8B-CC50693156F5}" type="parTrans" cxnId="{17BC2F3A-4D2A-4FF0-B517-2F175F71F5DB}">
      <dgm:prSet/>
      <dgm:spPr/>
      <dgm:t>
        <a:bodyPr/>
        <a:lstStyle/>
        <a:p>
          <a:endParaRPr lang="en-US"/>
        </a:p>
      </dgm:t>
    </dgm:pt>
    <dgm:pt modelId="{B1BA08F4-5987-4E61-B559-226B4D0E2766}" type="sibTrans" cxnId="{17BC2F3A-4D2A-4FF0-B517-2F175F71F5DB}">
      <dgm:prSet/>
      <dgm:spPr/>
      <dgm:t>
        <a:bodyPr/>
        <a:lstStyle/>
        <a:p>
          <a:endParaRPr lang="en-US"/>
        </a:p>
      </dgm:t>
    </dgm:pt>
    <dgm:pt modelId="{EAA2234F-4F32-419D-ACB8-4E4FC3A63615}" type="pres">
      <dgm:prSet presAssocID="{0DEA1FB1-4240-4A35-9854-3C9D1FA5C905}" presName="Name0" presStyleCnt="0">
        <dgm:presLayoutVars>
          <dgm:dir/>
          <dgm:animLvl val="lvl"/>
          <dgm:resizeHandles val="exact"/>
        </dgm:presLayoutVars>
      </dgm:prSet>
      <dgm:spPr/>
    </dgm:pt>
    <dgm:pt modelId="{F06E5FED-B25F-41E4-969C-0CED75CEA56F}" type="pres">
      <dgm:prSet presAssocID="{E7B9AFE3-A7E4-43CD-997A-1B2D8503751C}" presName="boxAndChildren" presStyleCnt="0"/>
      <dgm:spPr/>
    </dgm:pt>
    <dgm:pt modelId="{24511592-9017-4BF1-A027-2C7D9FFCAAD9}" type="pres">
      <dgm:prSet presAssocID="{E7B9AFE3-A7E4-43CD-997A-1B2D8503751C}" presName="parentTextBox" presStyleLbl="node1" presStyleIdx="0" presStyleCnt="4"/>
      <dgm:spPr/>
    </dgm:pt>
    <dgm:pt modelId="{A81AD4F1-6071-4F4F-A146-8E9B7F48514B}" type="pres">
      <dgm:prSet presAssocID="{E7B9AFE3-A7E4-43CD-997A-1B2D8503751C}" presName="entireBox" presStyleLbl="node1" presStyleIdx="0" presStyleCnt="4"/>
      <dgm:spPr/>
    </dgm:pt>
    <dgm:pt modelId="{2A0D933E-8403-42A1-9B28-9BCE3F381AB1}" type="pres">
      <dgm:prSet presAssocID="{E7B9AFE3-A7E4-43CD-997A-1B2D8503751C}" presName="descendantBox" presStyleCnt="0"/>
      <dgm:spPr/>
    </dgm:pt>
    <dgm:pt modelId="{F4CA7874-4CEA-4E6F-9C79-C22691219C3E}" type="pres">
      <dgm:prSet presAssocID="{2A101BF6-85D3-4F9C-8E84-A57D780087C5}" presName="childTextBox" presStyleLbl="fgAccFollowNode1" presStyleIdx="0" presStyleCnt="2">
        <dgm:presLayoutVars>
          <dgm:bulletEnabled val="1"/>
        </dgm:presLayoutVars>
      </dgm:prSet>
      <dgm:spPr/>
    </dgm:pt>
    <dgm:pt modelId="{C6A297C2-E4A9-49B7-8003-B4E3B690D359}" type="pres">
      <dgm:prSet presAssocID="{D795801B-73F1-4C64-8BB8-7BD84C82A1F0}" presName="childTextBox" presStyleLbl="fgAccFollowNode1" presStyleIdx="1" presStyleCnt="2">
        <dgm:presLayoutVars>
          <dgm:bulletEnabled val="1"/>
        </dgm:presLayoutVars>
      </dgm:prSet>
      <dgm:spPr/>
    </dgm:pt>
    <dgm:pt modelId="{6AB0E23A-631B-4E7E-AA83-0AFF8C421C3A}" type="pres">
      <dgm:prSet presAssocID="{79B79E8F-3514-43C0-A537-412F3D838A79}" presName="sp" presStyleCnt="0"/>
      <dgm:spPr/>
    </dgm:pt>
    <dgm:pt modelId="{FEA77979-356C-4FDB-A5EB-0CF746A3C097}" type="pres">
      <dgm:prSet presAssocID="{FCB12BDD-1B53-4709-BC2F-B30906E08DD0}" presName="arrowAndChildren" presStyleCnt="0"/>
      <dgm:spPr/>
    </dgm:pt>
    <dgm:pt modelId="{5C513192-B1C6-4C78-BA8A-A9A093BFC178}" type="pres">
      <dgm:prSet presAssocID="{FCB12BDD-1B53-4709-BC2F-B30906E08DD0}" presName="parentTextArrow" presStyleLbl="node1" presStyleIdx="1" presStyleCnt="4"/>
      <dgm:spPr/>
    </dgm:pt>
    <dgm:pt modelId="{79501B27-5939-4C59-B53F-CE3B25D2B14B}" type="pres">
      <dgm:prSet presAssocID="{AC447555-E7DB-4B2F-84A4-35AED04A23A9}" presName="sp" presStyleCnt="0"/>
      <dgm:spPr/>
    </dgm:pt>
    <dgm:pt modelId="{9C070919-A4BE-42C1-AF51-772A5214104A}" type="pres">
      <dgm:prSet presAssocID="{703E034C-46FA-4C94-904A-AACAFC018F33}" presName="arrowAndChildren" presStyleCnt="0"/>
      <dgm:spPr/>
    </dgm:pt>
    <dgm:pt modelId="{E74CC35D-0C87-48DF-9C5F-42D1CDE57822}" type="pres">
      <dgm:prSet presAssocID="{703E034C-46FA-4C94-904A-AACAFC018F33}" presName="parentTextArrow" presStyleLbl="node1" presStyleIdx="2" presStyleCnt="4"/>
      <dgm:spPr/>
    </dgm:pt>
    <dgm:pt modelId="{DA6078F2-496F-4D67-95AC-90E6EC1DCFEB}" type="pres">
      <dgm:prSet presAssocID="{943F92CA-C959-4800-8AE1-BC6A5BE91B99}" presName="sp" presStyleCnt="0"/>
      <dgm:spPr/>
    </dgm:pt>
    <dgm:pt modelId="{94EA0859-608F-404B-AB70-154434043289}" type="pres">
      <dgm:prSet presAssocID="{036DE367-272F-4F24-975C-2BAF8E85DFB9}" presName="arrowAndChildren" presStyleCnt="0"/>
      <dgm:spPr/>
    </dgm:pt>
    <dgm:pt modelId="{FD8D9D93-22C4-4B26-BFA2-0A6CAE774BB4}" type="pres">
      <dgm:prSet presAssocID="{036DE367-272F-4F24-975C-2BAF8E85DFB9}" presName="parentTextArrow" presStyleLbl="node1" presStyleIdx="3" presStyleCnt="4"/>
      <dgm:spPr/>
    </dgm:pt>
  </dgm:ptLst>
  <dgm:cxnLst>
    <dgm:cxn modelId="{2CF46D0A-2A4A-4BE5-B0C3-453F34D3D929}" srcId="{0DEA1FB1-4240-4A35-9854-3C9D1FA5C905}" destId="{703E034C-46FA-4C94-904A-AACAFC018F33}" srcOrd="1" destOrd="0" parTransId="{FCF774F1-F3E2-4E65-BEEA-AFE2B5C0E16F}" sibTransId="{AC447555-E7DB-4B2F-84A4-35AED04A23A9}"/>
    <dgm:cxn modelId="{DCFC1627-2774-42D6-B584-91A249F9090B}" srcId="{0DEA1FB1-4240-4A35-9854-3C9D1FA5C905}" destId="{E7B9AFE3-A7E4-43CD-997A-1B2D8503751C}" srcOrd="3" destOrd="0" parTransId="{40AA46FB-A086-42E9-B83E-EA836792160B}" sibTransId="{C68C9D75-473E-4057-98D6-6C527B746768}"/>
    <dgm:cxn modelId="{DAA36B2D-18D1-4B71-9C43-C60B2C45CD85}" srcId="{E7B9AFE3-A7E4-43CD-997A-1B2D8503751C}" destId="{2A101BF6-85D3-4F9C-8E84-A57D780087C5}" srcOrd="0" destOrd="0" parTransId="{994DBC8A-7D31-4EFB-8DC8-25581E2A3316}" sibTransId="{BCC76DAB-F7E0-4142-934F-FD3DE16384DC}"/>
    <dgm:cxn modelId="{17BC2F3A-4D2A-4FF0-B517-2F175F71F5DB}" srcId="{D795801B-73F1-4C64-8BB8-7BD84C82A1F0}" destId="{52313FE8-6BD5-4977-9655-BD608775271A}" srcOrd="0" destOrd="0" parTransId="{300839D3-2A92-48A7-9D8B-CC50693156F5}" sibTransId="{B1BA08F4-5987-4E61-B559-226B4D0E2766}"/>
    <dgm:cxn modelId="{FED7183E-84C3-4B90-BFCA-FEED4745F9DB}" type="presOf" srcId="{703E034C-46FA-4C94-904A-AACAFC018F33}" destId="{E74CC35D-0C87-48DF-9C5F-42D1CDE57822}" srcOrd="0" destOrd="0" presId="urn:microsoft.com/office/officeart/2005/8/layout/process4"/>
    <dgm:cxn modelId="{73A5CE47-83C1-48C3-99BD-EA37B21D2F20}" type="presOf" srcId="{E7B9AFE3-A7E4-43CD-997A-1B2D8503751C}" destId="{A81AD4F1-6071-4F4F-A146-8E9B7F48514B}" srcOrd="1" destOrd="0" presId="urn:microsoft.com/office/officeart/2005/8/layout/process4"/>
    <dgm:cxn modelId="{74EE5E76-64DD-4A2F-9081-0DAAE47A33D1}" srcId="{0DEA1FB1-4240-4A35-9854-3C9D1FA5C905}" destId="{FCB12BDD-1B53-4709-BC2F-B30906E08DD0}" srcOrd="2" destOrd="0" parTransId="{8ED84DCD-21A9-44B2-BB30-85C6C2E9BA44}" sibTransId="{79B79E8F-3514-43C0-A537-412F3D838A79}"/>
    <dgm:cxn modelId="{8AADAB7E-3288-48B8-80B8-8A97F86E3E1A}" type="presOf" srcId="{0DEA1FB1-4240-4A35-9854-3C9D1FA5C905}" destId="{EAA2234F-4F32-419D-ACB8-4E4FC3A63615}" srcOrd="0" destOrd="0" presId="urn:microsoft.com/office/officeart/2005/8/layout/process4"/>
    <dgm:cxn modelId="{08AC2680-49A9-42EA-88E6-613FABB245AD}" type="presOf" srcId="{E7B9AFE3-A7E4-43CD-997A-1B2D8503751C}" destId="{24511592-9017-4BF1-A027-2C7D9FFCAAD9}" srcOrd="0" destOrd="0" presId="urn:microsoft.com/office/officeart/2005/8/layout/process4"/>
    <dgm:cxn modelId="{C68999A6-2B1A-4039-804F-F00670D986FA}" srcId="{0DEA1FB1-4240-4A35-9854-3C9D1FA5C905}" destId="{036DE367-272F-4F24-975C-2BAF8E85DFB9}" srcOrd="0" destOrd="0" parTransId="{1E46DEE6-A708-4EFF-817B-AEDBFAFD8D32}" sibTransId="{943F92CA-C959-4800-8AE1-BC6A5BE91B99}"/>
    <dgm:cxn modelId="{ECE4C5BF-A502-48B2-94FD-FAC9D9752036}" srcId="{E7B9AFE3-A7E4-43CD-997A-1B2D8503751C}" destId="{D795801B-73F1-4C64-8BB8-7BD84C82A1F0}" srcOrd="1" destOrd="0" parTransId="{D817E798-DA68-4E4A-80DF-820AB6F94230}" sibTransId="{109FD69B-B9CC-4A31-847A-475B9F8CFE60}"/>
    <dgm:cxn modelId="{3B2F75CE-2D29-48DE-96CD-70C5BD0B7AF5}" type="presOf" srcId="{D795801B-73F1-4C64-8BB8-7BD84C82A1F0}" destId="{C6A297C2-E4A9-49B7-8003-B4E3B690D359}" srcOrd="0" destOrd="0" presId="urn:microsoft.com/office/officeart/2005/8/layout/process4"/>
    <dgm:cxn modelId="{49AFE2E9-4903-41A9-8864-E059A469856E}" type="presOf" srcId="{FCB12BDD-1B53-4709-BC2F-B30906E08DD0}" destId="{5C513192-B1C6-4C78-BA8A-A9A093BFC178}" srcOrd="0" destOrd="0" presId="urn:microsoft.com/office/officeart/2005/8/layout/process4"/>
    <dgm:cxn modelId="{04829CEF-E7DE-4D85-9F06-E6D250DFB735}" type="presOf" srcId="{52313FE8-6BD5-4977-9655-BD608775271A}" destId="{C6A297C2-E4A9-49B7-8003-B4E3B690D359}" srcOrd="0" destOrd="1" presId="urn:microsoft.com/office/officeart/2005/8/layout/process4"/>
    <dgm:cxn modelId="{1632C1F1-F96D-409D-A2DD-C0AB82DD6476}" type="presOf" srcId="{2A101BF6-85D3-4F9C-8E84-A57D780087C5}" destId="{F4CA7874-4CEA-4E6F-9C79-C22691219C3E}" srcOrd="0" destOrd="0" presId="urn:microsoft.com/office/officeart/2005/8/layout/process4"/>
    <dgm:cxn modelId="{796B17FD-14D1-483A-A993-DA8E7885E984}" type="presOf" srcId="{036DE367-272F-4F24-975C-2BAF8E85DFB9}" destId="{FD8D9D93-22C4-4B26-BFA2-0A6CAE774BB4}" srcOrd="0" destOrd="0" presId="urn:microsoft.com/office/officeart/2005/8/layout/process4"/>
    <dgm:cxn modelId="{6F6E1EF4-8E87-48E0-B3EE-1668D193F42D}" type="presParOf" srcId="{EAA2234F-4F32-419D-ACB8-4E4FC3A63615}" destId="{F06E5FED-B25F-41E4-969C-0CED75CEA56F}" srcOrd="0" destOrd="0" presId="urn:microsoft.com/office/officeart/2005/8/layout/process4"/>
    <dgm:cxn modelId="{6CE03CBE-8994-406F-8463-4A7927394A32}" type="presParOf" srcId="{F06E5FED-B25F-41E4-969C-0CED75CEA56F}" destId="{24511592-9017-4BF1-A027-2C7D9FFCAAD9}" srcOrd="0" destOrd="0" presId="urn:microsoft.com/office/officeart/2005/8/layout/process4"/>
    <dgm:cxn modelId="{1E8C5FE4-7A64-4E7A-85CF-B9196B7F6E81}" type="presParOf" srcId="{F06E5FED-B25F-41E4-969C-0CED75CEA56F}" destId="{A81AD4F1-6071-4F4F-A146-8E9B7F48514B}" srcOrd="1" destOrd="0" presId="urn:microsoft.com/office/officeart/2005/8/layout/process4"/>
    <dgm:cxn modelId="{ECCD5061-ED6D-4F5C-B986-238CF4C38F3E}" type="presParOf" srcId="{F06E5FED-B25F-41E4-969C-0CED75CEA56F}" destId="{2A0D933E-8403-42A1-9B28-9BCE3F381AB1}" srcOrd="2" destOrd="0" presId="urn:microsoft.com/office/officeart/2005/8/layout/process4"/>
    <dgm:cxn modelId="{8570B65E-61F5-447F-A6F7-83FDC6FB5F13}" type="presParOf" srcId="{2A0D933E-8403-42A1-9B28-9BCE3F381AB1}" destId="{F4CA7874-4CEA-4E6F-9C79-C22691219C3E}" srcOrd="0" destOrd="0" presId="urn:microsoft.com/office/officeart/2005/8/layout/process4"/>
    <dgm:cxn modelId="{4D516162-F11C-404D-BEB1-9001735BC12B}" type="presParOf" srcId="{2A0D933E-8403-42A1-9B28-9BCE3F381AB1}" destId="{C6A297C2-E4A9-49B7-8003-B4E3B690D359}" srcOrd="1" destOrd="0" presId="urn:microsoft.com/office/officeart/2005/8/layout/process4"/>
    <dgm:cxn modelId="{544C2A05-B61C-4D78-8A24-214148DE112E}" type="presParOf" srcId="{EAA2234F-4F32-419D-ACB8-4E4FC3A63615}" destId="{6AB0E23A-631B-4E7E-AA83-0AFF8C421C3A}" srcOrd="1" destOrd="0" presId="urn:microsoft.com/office/officeart/2005/8/layout/process4"/>
    <dgm:cxn modelId="{BACFA45B-F9D9-4D43-871B-B74D9EBB188B}" type="presParOf" srcId="{EAA2234F-4F32-419D-ACB8-4E4FC3A63615}" destId="{FEA77979-356C-4FDB-A5EB-0CF746A3C097}" srcOrd="2" destOrd="0" presId="urn:microsoft.com/office/officeart/2005/8/layout/process4"/>
    <dgm:cxn modelId="{8F12B8F0-F78F-4F70-92E3-AF7B1387C547}" type="presParOf" srcId="{FEA77979-356C-4FDB-A5EB-0CF746A3C097}" destId="{5C513192-B1C6-4C78-BA8A-A9A093BFC178}" srcOrd="0" destOrd="0" presId="urn:microsoft.com/office/officeart/2005/8/layout/process4"/>
    <dgm:cxn modelId="{6EE6EC86-FBDD-4F19-8D26-B73BE5CC0CC7}" type="presParOf" srcId="{EAA2234F-4F32-419D-ACB8-4E4FC3A63615}" destId="{79501B27-5939-4C59-B53F-CE3B25D2B14B}" srcOrd="3" destOrd="0" presId="urn:microsoft.com/office/officeart/2005/8/layout/process4"/>
    <dgm:cxn modelId="{81B6ADE8-55DB-40A7-B1D2-3500C7722B99}" type="presParOf" srcId="{EAA2234F-4F32-419D-ACB8-4E4FC3A63615}" destId="{9C070919-A4BE-42C1-AF51-772A5214104A}" srcOrd="4" destOrd="0" presId="urn:microsoft.com/office/officeart/2005/8/layout/process4"/>
    <dgm:cxn modelId="{E67A75B6-677C-4EDF-8AD7-87E7455C5BAB}" type="presParOf" srcId="{9C070919-A4BE-42C1-AF51-772A5214104A}" destId="{E74CC35D-0C87-48DF-9C5F-42D1CDE57822}" srcOrd="0" destOrd="0" presId="urn:microsoft.com/office/officeart/2005/8/layout/process4"/>
    <dgm:cxn modelId="{2CC6AE55-5600-4B83-ABCB-259F2D67B0CA}" type="presParOf" srcId="{EAA2234F-4F32-419D-ACB8-4E4FC3A63615}" destId="{DA6078F2-496F-4D67-95AC-90E6EC1DCFEB}" srcOrd="5" destOrd="0" presId="urn:microsoft.com/office/officeart/2005/8/layout/process4"/>
    <dgm:cxn modelId="{23B69B8B-E600-4BB4-9F2A-6B0BD1AAB793}" type="presParOf" srcId="{EAA2234F-4F32-419D-ACB8-4E4FC3A63615}" destId="{94EA0859-608F-404B-AB70-154434043289}" srcOrd="6" destOrd="0" presId="urn:microsoft.com/office/officeart/2005/8/layout/process4"/>
    <dgm:cxn modelId="{54A83CD8-7DAC-44AA-BE31-740A6FD5F494}" type="presParOf" srcId="{94EA0859-608F-404B-AB70-154434043289}" destId="{FD8D9D93-22C4-4B26-BFA2-0A6CAE774BB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92FD5F-68C0-45B7-82BB-EF47E7C22A9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91A931-4E77-40A3-8C10-47553C5B322F}">
      <dgm:prSet/>
      <dgm:spPr/>
      <dgm:t>
        <a:bodyPr/>
        <a:lstStyle/>
        <a:p>
          <a:pPr>
            <a:defRPr cap="all"/>
          </a:pPr>
          <a:r>
            <a:rPr lang="en-IN"/>
            <a:t>Customer Analysis.</a:t>
          </a:r>
          <a:endParaRPr lang="en-US"/>
        </a:p>
      </dgm:t>
    </dgm:pt>
    <dgm:pt modelId="{201A5EF0-236C-4207-8C47-17C5AE50CBDA}" type="parTrans" cxnId="{7CD9D2DD-C20B-4632-A034-820DA686715F}">
      <dgm:prSet/>
      <dgm:spPr/>
      <dgm:t>
        <a:bodyPr/>
        <a:lstStyle/>
        <a:p>
          <a:endParaRPr lang="en-US"/>
        </a:p>
      </dgm:t>
    </dgm:pt>
    <dgm:pt modelId="{5B91E1C0-ECDC-4683-9EDF-5A53651C8CD9}" type="sibTrans" cxnId="{7CD9D2DD-C20B-4632-A034-820DA686715F}">
      <dgm:prSet/>
      <dgm:spPr/>
      <dgm:t>
        <a:bodyPr/>
        <a:lstStyle/>
        <a:p>
          <a:endParaRPr lang="en-US"/>
        </a:p>
      </dgm:t>
    </dgm:pt>
    <dgm:pt modelId="{703809F5-1B83-491E-9E0E-69D64FE4A669}">
      <dgm:prSet/>
      <dgm:spPr/>
      <dgm:t>
        <a:bodyPr/>
        <a:lstStyle/>
        <a:p>
          <a:pPr>
            <a:defRPr cap="all"/>
          </a:pPr>
          <a:r>
            <a:rPr lang="en-IN"/>
            <a:t>Financial Analysis.</a:t>
          </a:r>
          <a:endParaRPr lang="en-US"/>
        </a:p>
      </dgm:t>
    </dgm:pt>
    <dgm:pt modelId="{203DE48E-C385-45AA-93E9-51952915C4CB}" type="parTrans" cxnId="{86E19370-7A52-40B0-84BD-7EA1B68F4ACC}">
      <dgm:prSet/>
      <dgm:spPr/>
      <dgm:t>
        <a:bodyPr/>
        <a:lstStyle/>
        <a:p>
          <a:endParaRPr lang="en-US"/>
        </a:p>
      </dgm:t>
    </dgm:pt>
    <dgm:pt modelId="{C6CB069F-CD62-491E-AE23-BE2C011262BF}" type="sibTrans" cxnId="{86E19370-7A52-40B0-84BD-7EA1B68F4ACC}">
      <dgm:prSet/>
      <dgm:spPr/>
      <dgm:t>
        <a:bodyPr/>
        <a:lstStyle/>
        <a:p>
          <a:endParaRPr lang="en-US"/>
        </a:p>
      </dgm:t>
    </dgm:pt>
    <dgm:pt modelId="{28066B54-A432-40D2-851F-6EB4AE1ED93E}">
      <dgm:prSet/>
      <dgm:spPr/>
      <dgm:t>
        <a:bodyPr/>
        <a:lstStyle/>
        <a:p>
          <a:pPr>
            <a:defRPr cap="all"/>
          </a:pPr>
          <a:r>
            <a:rPr lang="en-IN"/>
            <a:t>Sales Quantity and Volume.</a:t>
          </a:r>
          <a:endParaRPr lang="en-US"/>
        </a:p>
      </dgm:t>
    </dgm:pt>
    <dgm:pt modelId="{8414CA61-FF28-4277-8FCE-DDE80C1B69C2}" type="parTrans" cxnId="{D5A6511A-91F1-450E-A2EF-005A4DB831E7}">
      <dgm:prSet/>
      <dgm:spPr/>
      <dgm:t>
        <a:bodyPr/>
        <a:lstStyle/>
        <a:p>
          <a:endParaRPr lang="en-US"/>
        </a:p>
      </dgm:t>
    </dgm:pt>
    <dgm:pt modelId="{4D033E22-9419-4342-9886-BAE04344931E}" type="sibTrans" cxnId="{D5A6511A-91F1-450E-A2EF-005A4DB831E7}">
      <dgm:prSet/>
      <dgm:spPr/>
      <dgm:t>
        <a:bodyPr/>
        <a:lstStyle/>
        <a:p>
          <a:endParaRPr lang="en-US"/>
        </a:p>
      </dgm:t>
    </dgm:pt>
    <dgm:pt modelId="{FDD5684A-814E-411E-BC3A-921425FB274D}">
      <dgm:prSet/>
      <dgm:spPr/>
      <dgm:t>
        <a:bodyPr/>
        <a:lstStyle/>
        <a:p>
          <a:pPr>
            <a:defRPr cap="all"/>
          </a:pPr>
          <a:r>
            <a:rPr lang="en-IN"/>
            <a:t>Product Category Analysis.</a:t>
          </a:r>
          <a:endParaRPr lang="en-US"/>
        </a:p>
      </dgm:t>
    </dgm:pt>
    <dgm:pt modelId="{E24403C4-E239-455E-849C-58DA98C888CB}" type="parTrans" cxnId="{5068B553-5447-460B-992E-EC79C3FFF339}">
      <dgm:prSet/>
      <dgm:spPr/>
      <dgm:t>
        <a:bodyPr/>
        <a:lstStyle/>
        <a:p>
          <a:endParaRPr lang="en-US"/>
        </a:p>
      </dgm:t>
    </dgm:pt>
    <dgm:pt modelId="{6C68DA03-6879-4715-971D-2BE41039F27A}" type="sibTrans" cxnId="{5068B553-5447-460B-992E-EC79C3FFF339}">
      <dgm:prSet/>
      <dgm:spPr/>
      <dgm:t>
        <a:bodyPr/>
        <a:lstStyle/>
        <a:p>
          <a:endParaRPr lang="en-US"/>
        </a:p>
      </dgm:t>
    </dgm:pt>
    <dgm:pt modelId="{E1532AEF-97F8-41C5-8008-13D138720B87}">
      <dgm:prSet/>
      <dgm:spPr/>
      <dgm:t>
        <a:bodyPr/>
        <a:lstStyle/>
        <a:p>
          <a:pPr>
            <a:defRPr cap="all"/>
          </a:pPr>
          <a:r>
            <a:rPr lang="en-IN"/>
            <a:t>Channel Analysis.</a:t>
          </a:r>
          <a:endParaRPr lang="en-US"/>
        </a:p>
      </dgm:t>
    </dgm:pt>
    <dgm:pt modelId="{B524F7F2-EED1-461A-8C04-D29D3D8CB49A}" type="parTrans" cxnId="{DE090761-D3D4-4228-81F1-B871165D0C10}">
      <dgm:prSet/>
      <dgm:spPr/>
      <dgm:t>
        <a:bodyPr/>
        <a:lstStyle/>
        <a:p>
          <a:endParaRPr lang="en-US"/>
        </a:p>
      </dgm:t>
    </dgm:pt>
    <dgm:pt modelId="{B785C004-9652-4814-AAB3-126387039FB2}" type="sibTrans" cxnId="{DE090761-D3D4-4228-81F1-B871165D0C10}">
      <dgm:prSet/>
      <dgm:spPr/>
      <dgm:t>
        <a:bodyPr/>
        <a:lstStyle/>
        <a:p>
          <a:endParaRPr lang="en-US"/>
        </a:p>
      </dgm:t>
    </dgm:pt>
    <dgm:pt modelId="{B6F60C6E-3A21-4EFB-B7AC-8A6905B3F4FB}">
      <dgm:prSet/>
      <dgm:spPr/>
      <dgm:t>
        <a:bodyPr/>
        <a:lstStyle/>
        <a:p>
          <a:pPr>
            <a:defRPr cap="all"/>
          </a:pPr>
          <a:r>
            <a:rPr lang="en-IN"/>
            <a:t>Geographic Analysis.</a:t>
          </a:r>
          <a:endParaRPr lang="en-US"/>
        </a:p>
      </dgm:t>
    </dgm:pt>
    <dgm:pt modelId="{3DB25B92-7299-4A30-898B-DBA6EB62D6D5}" type="parTrans" cxnId="{068AC405-05C1-428E-BEE7-9FE0B16E81FC}">
      <dgm:prSet/>
      <dgm:spPr/>
      <dgm:t>
        <a:bodyPr/>
        <a:lstStyle/>
        <a:p>
          <a:endParaRPr lang="en-US"/>
        </a:p>
      </dgm:t>
    </dgm:pt>
    <dgm:pt modelId="{CEA87A54-16A6-48C1-9AB3-557116FECCE9}" type="sibTrans" cxnId="{068AC405-05C1-428E-BEE7-9FE0B16E81FC}">
      <dgm:prSet/>
      <dgm:spPr/>
      <dgm:t>
        <a:bodyPr/>
        <a:lstStyle/>
        <a:p>
          <a:endParaRPr lang="en-US"/>
        </a:p>
      </dgm:t>
    </dgm:pt>
    <dgm:pt modelId="{A8270F53-7639-4EE0-BA5D-A5CCEA59CE3A}">
      <dgm:prSet/>
      <dgm:spPr/>
      <dgm:t>
        <a:bodyPr/>
        <a:lstStyle/>
        <a:p>
          <a:pPr>
            <a:defRPr cap="all"/>
          </a:pPr>
          <a:r>
            <a:rPr lang="en-IN"/>
            <a:t>Time Based Analysis.</a:t>
          </a:r>
          <a:br>
            <a:rPr lang="en-US" b="0" i="0"/>
          </a:br>
          <a:endParaRPr lang="en-US"/>
        </a:p>
      </dgm:t>
    </dgm:pt>
    <dgm:pt modelId="{065A382F-968B-4576-A38C-EDFC5113564B}" type="parTrans" cxnId="{01E58E19-B113-4FFF-B005-624902C32CAD}">
      <dgm:prSet/>
      <dgm:spPr/>
      <dgm:t>
        <a:bodyPr/>
        <a:lstStyle/>
        <a:p>
          <a:endParaRPr lang="en-US"/>
        </a:p>
      </dgm:t>
    </dgm:pt>
    <dgm:pt modelId="{CAC3B151-1AA1-4D92-A91E-572C8CA9CE5B}" type="sibTrans" cxnId="{01E58E19-B113-4FFF-B005-624902C32CAD}">
      <dgm:prSet/>
      <dgm:spPr/>
      <dgm:t>
        <a:bodyPr/>
        <a:lstStyle/>
        <a:p>
          <a:endParaRPr lang="en-US"/>
        </a:p>
      </dgm:t>
    </dgm:pt>
    <dgm:pt modelId="{991A43E2-AC70-40DD-8DE3-1F32255516ED}" type="pres">
      <dgm:prSet presAssocID="{B992FD5F-68C0-45B7-82BB-EF47E7C22A9B}" presName="root" presStyleCnt="0">
        <dgm:presLayoutVars>
          <dgm:dir/>
          <dgm:resizeHandles val="exact"/>
        </dgm:presLayoutVars>
      </dgm:prSet>
      <dgm:spPr/>
    </dgm:pt>
    <dgm:pt modelId="{A4033B5D-701A-4E33-8E77-4745866DA7A3}" type="pres">
      <dgm:prSet presAssocID="{2E91A931-4E77-40A3-8C10-47553C5B322F}" presName="compNode" presStyleCnt="0"/>
      <dgm:spPr/>
    </dgm:pt>
    <dgm:pt modelId="{87114162-5B19-43CD-AF90-35CF2E5F4393}" type="pres">
      <dgm:prSet presAssocID="{2E91A931-4E77-40A3-8C10-47553C5B322F}" presName="iconBgRect" presStyleLbl="bgShp" presStyleIdx="0" presStyleCnt="7"/>
      <dgm:spPr/>
    </dgm:pt>
    <dgm:pt modelId="{9DE67F75-044A-4E07-9F83-AE12C31A0B1A}" type="pres">
      <dgm:prSet presAssocID="{2E91A931-4E77-40A3-8C10-47553C5B322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D744621-03DC-493C-96CD-1AEEA5246E6A}" type="pres">
      <dgm:prSet presAssocID="{2E91A931-4E77-40A3-8C10-47553C5B322F}" presName="spaceRect" presStyleCnt="0"/>
      <dgm:spPr/>
    </dgm:pt>
    <dgm:pt modelId="{AEBEAD49-4BF3-4648-AE7A-2FA0A6A4E04A}" type="pres">
      <dgm:prSet presAssocID="{2E91A931-4E77-40A3-8C10-47553C5B322F}" presName="textRect" presStyleLbl="revTx" presStyleIdx="0" presStyleCnt="7">
        <dgm:presLayoutVars>
          <dgm:chMax val="1"/>
          <dgm:chPref val="1"/>
        </dgm:presLayoutVars>
      </dgm:prSet>
      <dgm:spPr/>
    </dgm:pt>
    <dgm:pt modelId="{EDF97A1C-0C97-474B-8942-243BA275D3FC}" type="pres">
      <dgm:prSet presAssocID="{5B91E1C0-ECDC-4683-9EDF-5A53651C8CD9}" presName="sibTrans" presStyleCnt="0"/>
      <dgm:spPr/>
    </dgm:pt>
    <dgm:pt modelId="{E752CE17-500C-42E6-86A5-DE94E9B4CE9B}" type="pres">
      <dgm:prSet presAssocID="{703809F5-1B83-491E-9E0E-69D64FE4A669}" presName="compNode" presStyleCnt="0"/>
      <dgm:spPr/>
    </dgm:pt>
    <dgm:pt modelId="{17B90191-E193-4F15-A7FC-0E69C8636779}" type="pres">
      <dgm:prSet presAssocID="{703809F5-1B83-491E-9E0E-69D64FE4A669}" presName="iconBgRect" presStyleLbl="bgShp" presStyleIdx="1" presStyleCnt="7"/>
      <dgm:spPr/>
    </dgm:pt>
    <dgm:pt modelId="{100C3372-4E78-44BC-9482-3FB5278C44AB}" type="pres">
      <dgm:prSet presAssocID="{703809F5-1B83-491E-9E0E-69D64FE4A66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8A77732-3690-4CC5-8762-BD3CE9FD5247}" type="pres">
      <dgm:prSet presAssocID="{703809F5-1B83-491E-9E0E-69D64FE4A669}" presName="spaceRect" presStyleCnt="0"/>
      <dgm:spPr/>
    </dgm:pt>
    <dgm:pt modelId="{6598293A-7C99-4424-BAA0-C115D53DBD31}" type="pres">
      <dgm:prSet presAssocID="{703809F5-1B83-491E-9E0E-69D64FE4A669}" presName="textRect" presStyleLbl="revTx" presStyleIdx="1" presStyleCnt="7">
        <dgm:presLayoutVars>
          <dgm:chMax val="1"/>
          <dgm:chPref val="1"/>
        </dgm:presLayoutVars>
      </dgm:prSet>
      <dgm:spPr/>
    </dgm:pt>
    <dgm:pt modelId="{56910562-F23D-4890-A4E7-1DCFBE15DA64}" type="pres">
      <dgm:prSet presAssocID="{C6CB069F-CD62-491E-AE23-BE2C011262BF}" presName="sibTrans" presStyleCnt="0"/>
      <dgm:spPr/>
    </dgm:pt>
    <dgm:pt modelId="{455E64A7-9B8D-4251-AA59-7F7CDDE11E43}" type="pres">
      <dgm:prSet presAssocID="{28066B54-A432-40D2-851F-6EB4AE1ED93E}" presName="compNode" presStyleCnt="0"/>
      <dgm:spPr/>
    </dgm:pt>
    <dgm:pt modelId="{E34C6042-F7B3-45C3-8496-1137FD602F7F}" type="pres">
      <dgm:prSet presAssocID="{28066B54-A432-40D2-851F-6EB4AE1ED93E}" presName="iconBgRect" presStyleLbl="bgShp" presStyleIdx="2" presStyleCnt="7"/>
      <dgm:spPr/>
    </dgm:pt>
    <dgm:pt modelId="{15A666A6-6B64-4A4D-BF75-B532CD79CBC3}" type="pres">
      <dgm:prSet presAssocID="{28066B54-A432-40D2-851F-6EB4AE1ED93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97247711-A810-4270-9172-98D85DED5C02}" type="pres">
      <dgm:prSet presAssocID="{28066B54-A432-40D2-851F-6EB4AE1ED93E}" presName="spaceRect" presStyleCnt="0"/>
      <dgm:spPr/>
    </dgm:pt>
    <dgm:pt modelId="{B12B426B-0E2F-498F-9A00-D773E8C72F30}" type="pres">
      <dgm:prSet presAssocID="{28066B54-A432-40D2-851F-6EB4AE1ED93E}" presName="textRect" presStyleLbl="revTx" presStyleIdx="2" presStyleCnt="7">
        <dgm:presLayoutVars>
          <dgm:chMax val="1"/>
          <dgm:chPref val="1"/>
        </dgm:presLayoutVars>
      </dgm:prSet>
      <dgm:spPr/>
    </dgm:pt>
    <dgm:pt modelId="{36E38748-A2D7-4FB1-9899-1980957FB44E}" type="pres">
      <dgm:prSet presAssocID="{4D033E22-9419-4342-9886-BAE04344931E}" presName="sibTrans" presStyleCnt="0"/>
      <dgm:spPr/>
    </dgm:pt>
    <dgm:pt modelId="{D482A268-5165-40BC-9B18-4C0EF877A3C8}" type="pres">
      <dgm:prSet presAssocID="{FDD5684A-814E-411E-BC3A-921425FB274D}" presName="compNode" presStyleCnt="0"/>
      <dgm:spPr/>
    </dgm:pt>
    <dgm:pt modelId="{E7C217FF-2FCC-4285-ABEF-CA176BCC7564}" type="pres">
      <dgm:prSet presAssocID="{FDD5684A-814E-411E-BC3A-921425FB274D}" presName="iconBgRect" presStyleLbl="bgShp" presStyleIdx="3" presStyleCnt="7"/>
      <dgm:spPr/>
    </dgm:pt>
    <dgm:pt modelId="{124C9CE6-9894-425F-A901-9D6E92431591}" type="pres">
      <dgm:prSet presAssocID="{FDD5684A-814E-411E-BC3A-921425FB274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801777B-E254-48F0-A735-E5F8F3346402}" type="pres">
      <dgm:prSet presAssocID="{FDD5684A-814E-411E-BC3A-921425FB274D}" presName="spaceRect" presStyleCnt="0"/>
      <dgm:spPr/>
    </dgm:pt>
    <dgm:pt modelId="{E80F7FFD-6A9F-4AB4-85C7-D265A3C86504}" type="pres">
      <dgm:prSet presAssocID="{FDD5684A-814E-411E-BC3A-921425FB274D}" presName="textRect" presStyleLbl="revTx" presStyleIdx="3" presStyleCnt="7">
        <dgm:presLayoutVars>
          <dgm:chMax val="1"/>
          <dgm:chPref val="1"/>
        </dgm:presLayoutVars>
      </dgm:prSet>
      <dgm:spPr/>
    </dgm:pt>
    <dgm:pt modelId="{262A1EAE-C948-4E85-9490-68D249CA9524}" type="pres">
      <dgm:prSet presAssocID="{6C68DA03-6879-4715-971D-2BE41039F27A}" presName="sibTrans" presStyleCnt="0"/>
      <dgm:spPr/>
    </dgm:pt>
    <dgm:pt modelId="{20807794-F4D0-4D03-8602-D9CF51197437}" type="pres">
      <dgm:prSet presAssocID="{E1532AEF-97F8-41C5-8008-13D138720B87}" presName="compNode" presStyleCnt="0"/>
      <dgm:spPr/>
    </dgm:pt>
    <dgm:pt modelId="{D9A8D2B2-6F83-462C-889C-97ED57D404A2}" type="pres">
      <dgm:prSet presAssocID="{E1532AEF-97F8-41C5-8008-13D138720B87}" presName="iconBgRect" presStyleLbl="bgShp" presStyleIdx="4" presStyleCnt="7"/>
      <dgm:spPr/>
    </dgm:pt>
    <dgm:pt modelId="{8824A2AE-4201-433E-9F90-1656F452E7FD}" type="pres">
      <dgm:prSet presAssocID="{E1532AEF-97F8-41C5-8008-13D138720B8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1E0ACDCD-0C8B-440D-B036-630B84C7E665}" type="pres">
      <dgm:prSet presAssocID="{E1532AEF-97F8-41C5-8008-13D138720B87}" presName="spaceRect" presStyleCnt="0"/>
      <dgm:spPr/>
    </dgm:pt>
    <dgm:pt modelId="{A3F531DE-12D5-4C6B-8AF8-A7A92B09445C}" type="pres">
      <dgm:prSet presAssocID="{E1532AEF-97F8-41C5-8008-13D138720B87}" presName="textRect" presStyleLbl="revTx" presStyleIdx="4" presStyleCnt="7">
        <dgm:presLayoutVars>
          <dgm:chMax val="1"/>
          <dgm:chPref val="1"/>
        </dgm:presLayoutVars>
      </dgm:prSet>
      <dgm:spPr/>
    </dgm:pt>
    <dgm:pt modelId="{2F7F212F-DC73-4225-B939-46A652A461FA}" type="pres">
      <dgm:prSet presAssocID="{B785C004-9652-4814-AAB3-126387039FB2}" presName="sibTrans" presStyleCnt="0"/>
      <dgm:spPr/>
    </dgm:pt>
    <dgm:pt modelId="{8AA7B606-105E-4B46-BBF9-FE27F4CF0A9D}" type="pres">
      <dgm:prSet presAssocID="{B6F60C6E-3A21-4EFB-B7AC-8A6905B3F4FB}" presName="compNode" presStyleCnt="0"/>
      <dgm:spPr/>
    </dgm:pt>
    <dgm:pt modelId="{A835D4EA-549A-4FF1-8628-0CC93461BEE9}" type="pres">
      <dgm:prSet presAssocID="{B6F60C6E-3A21-4EFB-B7AC-8A6905B3F4FB}" presName="iconBgRect" presStyleLbl="bgShp" presStyleIdx="5" presStyleCnt="7"/>
      <dgm:spPr/>
    </dgm:pt>
    <dgm:pt modelId="{FC18E0AB-1CD0-4CAE-B22C-A793A65978A2}" type="pres">
      <dgm:prSet presAssocID="{B6F60C6E-3A21-4EFB-B7AC-8A6905B3F4F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52FF344E-EEB0-40BA-B2D4-023E894FDCC0}" type="pres">
      <dgm:prSet presAssocID="{B6F60C6E-3A21-4EFB-B7AC-8A6905B3F4FB}" presName="spaceRect" presStyleCnt="0"/>
      <dgm:spPr/>
    </dgm:pt>
    <dgm:pt modelId="{CD0AE623-7CD0-462B-AE1E-7438ECC838AF}" type="pres">
      <dgm:prSet presAssocID="{B6F60C6E-3A21-4EFB-B7AC-8A6905B3F4FB}" presName="textRect" presStyleLbl="revTx" presStyleIdx="5" presStyleCnt="7">
        <dgm:presLayoutVars>
          <dgm:chMax val="1"/>
          <dgm:chPref val="1"/>
        </dgm:presLayoutVars>
      </dgm:prSet>
      <dgm:spPr/>
    </dgm:pt>
    <dgm:pt modelId="{630E73A0-C7CF-4CE4-A6C1-0C5C3EF18E34}" type="pres">
      <dgm:prSet presAssocID="{CEA87A54-16A6-48C1-9AB3-557116FECCE9}" presName="sibTrans" presStyleCnt="0"/>
      <dgm:spPr/>
    </dgm:pt>
    <dgm:pt modelId="{BCAF1464-1432-47C3-908F-ED8BD2ADC48A}" type="pres">
      <dgm:prSet presAssocID="{A8270F53-7639-4EE0-BA5D-A5CCEA59CE3A}" presName="compNode" presStyleCnt="0"/>
      <dgm:spPr/>
    </dgm:pt>
    <dgm:pt modelId="{37A9CCB7-814D-44F1-A033-FF007893E2E3}" type="pres">
      <dgm:prSet presAssocID="{A8270F53-7639-4EE0-BA5D-A5CCEA59CE3A}" presName="iconBgRect" presStyleLbl="bgShp" presStyleIdx="6" presStyleCnt="7"/>
      <dgm:spPr/>
    </dgm:pt>
    <dgm:pt modelId="{945505AB-DCF5-4323-BFE3-018241C98704}" type="pres">
      <dgm:prSet presAssocID="{A8270F53-7639-4EE0-BA5D-A5CCEA59CE3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0BC0221-EAA7-458B-AE13-46F279B26EBB}" type="pres">
      <dgm:prSet presAssocID="{A8270F53-7639-4EE0-BA5D-A5CCEA59CE3A}" presName="spaceRect" presStyleCnt="0"/>
      <dgm:spPr/>
    </dgm:pt>
    <dgm:pt modelId="{80AB85FA-9B39-404E-8741-6D01B5DBF2B1}" type="pres">
      <dgm:prSet presAssocID="{A8270F53-7639-4EE0-BA5D-A5CCEA59CE3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68AC405-05C1-428E-BEE7-9FE0B16E81FC}" srcId="{B992FD5F-68C0-45B7-82BB-EF47E7C22A9B}" destId="{B6F60C6E-3A21-4EFB-B7AC-8A6905B3F4FB}" srcOrd="5" destOrd="0" parTransId="{3DB25B92-7299-4A30-898B-DBA6EB62D6D5}" sibTransId="{CEA87A54-16A6-48C1-9AB3-557116FECCE9}"/>
    <dgm:cxn modelId="{C07A510B-8988-4243-B58C-8EA49F206F2E}" type="presOf" srcId="{B6F60C6E-3A21-4EFB-B7AC-8A6905B3F4FB}" destId="{CD0AE623-7CD0-462B-AE1E-7438ECC838AF}" srcOrd="0" destOrd="0" presId="urn:microsoft.com/office/officeart/2018/5/layout/IconCircleLabelList"/>
    <dgm:cxn modelId="{7F7A5E0C-F4C4-4769-8437-E0450E988F1C}" type="presOf" srcId="{E1532AEF-97F8-41C5-8008-13D138720B87}" destId="{A3F531DE-12D5-4C6B-8AF8-A7A92B09445C}" srcOrd="0" destOrd="0" presId="urn:microsoft.com/office/officeart/2018/5/layout/IconCircleLabelList"/>
    <dgm:cxn modelId="{01E58E19-B113-4FFF-B005-624902C32CAD}" srcId="{B992FD5F-68C0-45B7-82BB-EF47E7C22A9B}" destId="{A8270F53-7639-4EE0-BA5D-A5CCEA59CE3A}" srcOrd="6" destOrd="0" parTransId="{065A382F-968B-4576-A38C-EDFC5113564B}" sibTransId="{CAC3B151-1AA1-4D92-A91E-572C8CA9CE5B}"/>
    <dgm:cxn modelId="{D5A6511A-91F1-450E-A2EF-005A4DB831E7}" srcId="{B992FD5F-68C0-45B7-82BB-EF47E7C22A9B}" destId="{28066B54-A432-40D2-851F-6EB4AE1ED93E}" srcOrd="2" destOrd="0" parTransId="{8414CA61-FF28-4277-8FCE-DDE80C1B69C2}" sibTransId="{4D033E22-9419-4342-9886-BAE04344931E}"/>
    <dgm:cxn modelId="{DE090761-D3D4-4228-81F1-B871165D0C10}" srcId="{B992FD5F-68C0-45B7-82BB-EF47E7C22A9B}" destId="{E1532AEF-97F8-41C5-8008-13D138720B87}" srcOrd="4" destOrd="0" parTransId="{B524F7F2-EED1-461A-8C04-D29D3D8CB49A}" sibTransId="{B785C004-9652-4814-AAB3-126387039FB2}"/>
    <dgm:cxn modelId="{86E19370-7A52-40B0-84BD-7EA1B68F4ACC}" srcId="{B992FD5F-68C0-45B7-82BB-EF47E7C22A9B}" destId="{703809F5-1B83-491E-9E0E-69D64FE4A669}" srcOrd="1" destOrd="0" parTransId="{203DE48E-C385-45AA-93E9-51952915C4CB}" sibTransId="{C6CB069F-CD62-491E-AE23-BE2C011262BF}"/>
    <dgm:cxn modelId="{BAA6E152-5861-466B-BDD1-53ADC2C59231}" type="presOf" srcId="{703809F5-1B83-491E-9E0E-69D64FE4A669}" destId="{6598293A-7C99-4424-BAA0-C115D53DBD31}" srcOrd="0" destOrd="0" presId="urn:microsoft.com/office/officeart/2018/5/layout/IconCircleLabelList"/>
    <dgm:cxn modelId="{5068B553-5447-460B-992E-EC79C3FFF339}" srcId="{B992FD5F-68C0-45B7-82BB-EF47E7C22A9B}" destId="{FDD5684A-814E-411E-BC3A-921425FB274D}" srcOrd="3" destOrd="0" parTransId="{E24403C4-E239-455E-849C-58DA98C888CB}" sibTransId="{6C68DA03-6879-4715-971D-2BE41039F27A}"/>
    <dgm:cxn modelId="{F0405493-44E2-4339-9CB9-CD856A4283FB}" type="presOf" srcId="{B992FD5F-68C0-45B7-82BB-EF47E7C22A9B}" destId="{991A43E2-AC70-40DD-8DE3-1F32255516ED}" srcOrd="0" destOrd="0" presId="urn:microsoft.com/office/officeart/2018/5/layout/IconCircleLabelList"/>
    <dgm:cxn modelId="{E46D0AB1-A6CE-43C0-8208-CCFD8CE91325}" type="presOf" srcId="{A8270F53-7639-4EE0-BA5D-A5CCEA59CE3A}" destId="{80AB85FA-9B39-404E-8741-6D01B5DBF2B1}" srcOrd="0" destOrd="0" presId="urn:microsoft.com/office/officeart/2018/5/layout/IconCircleLabelList"/>
    <dgm:cxn modelId="{1CC239C5-ACE0-4730-B00A-4B46C0C1641A}" type="presOf" srcId="{FDD5684A-814E-411E-BC3A-921425FB274D}" destId="{E80F7FFD-6A9F-4AB4-85C7-D265A3C86504}" srcOrd="0" destOrd="0" presId="urn:microsoft.com/office/officeart/2018/5/layout/IconCircleLabelList"/>
    <dgm:cxn modelId="{F8ED3EDC-D137-492A-93BC-7982F6EF9481}" type="presOf" srcId="{2E91A931-4E77-40A3-8C10-47553C5B322F}" destId="{AEBEAD49-4BF3-4648-AE7A-2FA0A6A4E04A}" srcOrd="0" destOrd="0" presId="urn:microsoft.com/office/officeart/2018/5/layout/IconCircleLabelList"/>
    <dgm:cxn modelId="{7CD9D2DD-C20B-4632-A034-820DA686715F}" srcId="{B992FD5F-68C0-45B7-82BB-EF47E7C22A9B}" destId="{2E91A931-4E77-40A3-8C10-47553C5B322F}" srcOrd="0" destOrd="0" parTransId="{201A5EF0-236C-4207-8C47-17C5AE50CBDA}" sibTransId="{5B91E1C0-ECDC-4683-9EDF-5A53651C8CD9}"/>
    <dgm:cxn modelId="{E534C1E2-48FA-4FF2-B5FB-451FF1C5EAC5}" type="presOf" srcId="{28066B54-A432-40D2-851F-6EB4AE1ED93E}" destId="{B12B426B-0E2F-498F-9A00-D773E8C72F30}" srcOrd="0" destOrd="0" presId="urn:microsoft.com/office/officeart/2018/5/layout/IconCircleLabelList"/>
    <dgm:cxn modelId="{A39C9090-1B4F-4B55-97C2-8EEBCEED5329}" type="presParOf" srcId="{991A43E2-AC70-40DD-8DE3-1F32255516ED}" destId="{A4033B5D-701A-4E33-8E77-4745866DA7A3}" srcOrd="0" destOrd="0" presId="urn:microsoft.com/office/officeart/2018/5/layout/IconCircleLabelList"/>
    <dgm:cxn modelId="{20E5034B-3905-4EFD-893F-9B1029F1875B}" type="presParOf" srcId="{A4033B5D-701A-4E33-8E77-4745866DA7A3}" destId="{87114162-5B19-43CD-AF90-35CF2E5F4393}" srcOrd="0" destOrd="0" presId="urn:microsoft.com/office/officeart/2018/5/layout/IconCircleLabelList"/>
    <dgm:cxn modelId="{12BD553A-FB3D-40AE-AECA-D80A632808F6}" type="presParOf" srcId="{A4033B5D-701A-4E33-8E77-4745866DA7A3}" destId="{9DE67F75-044A-4E07-9F83-AE12C31A0B1A}" srcOrd="1" destOrd="0" presId="urn:microsoft.com/office/officeart/2018/5/layout/IconCircleLabelList"/>
    <dgm:cxn modelId="{6FE02941-11ED-40A5-9976-D33BA2AC3A01}" type="presParOf" srcId="{A4033B5D-701A-4E33-8E77-4745866DA7A3}" destId="{1D744621-03DC-493C-96CD-1AEEA5246E6A}" srcOrd="2" destOrd="0" presId="urn:microsoft.com/office/officeart/2018/5/layout/IconCircleLabelList"/>
    <dgm:cxn modelId="{42106135-09D6-4712-826A-2D82530E9993}" type="presParOf" srcId="{A4033B5D-701A-4E33-8E77-4745866DA7A3}" destId="{AEBEAD49-4BF3-4648-AE7A-2FA0A6A4E04A}" srcOrd="3" destOrd="0" presId="urn:microsoft.com/office/officeart/2018/5/layout/IconCircleLabelList"/>
    <dgm:cxn modelId="{1F5EE397-40E3-46F3-AB23-7F611E419799}" type="presParOf" srcId="{991A43E2-AC70-40DD-8DE3-1F32255516ED}" destId="{EDF97A1C-0C97-474B-8942-243BA275D3FC}" srcOrd="1" destOrd="0" presId="urn:microsoft.com/office/officeart/2018/5/layout/IconCircleLabelList"/>
    <dgm:cxn modelId="{8CDFA499-4118-4FE8-8A79-F3B3FF3B0B99}" type="presParOf" srcId="{991A43E2-AC70-40DD-8DE3-1F32255516ED}" destId="{E752CE17-500C-42E6-86A5-DE94E9B4CE9B}" srcOrd="2" destOrd="0" presId="urn:microsoft.com/office/officeart/2018/5/layout/IconCircleLabelList"/>
    <dgm:cxn modelId="{5D4422EC-7A04-41D5-89F0-A37F1E32AA3D}" type="presParOf" srcId="{E752CE17-500C-42E6-86A5-DE94E9B4CE9B}" destId="{17B90191-E193-4F15-A7FC-0E69C8636779}" srcOrd="0" destOrd="0" presId="urn:microsoft.com/office/officeart/2018/5/layout/IconCircleLabelList"/>
    <dgm:cxn modelId="{79A66E38-F65C-4B16-8B32-F3AE1060E722}" type="presParOf" srcId="{E752CE17-500C-42E6-86A5-DE94E9B4CE9B}" destId="{100C3372-4E78-44BC-9482-3FB5278C44AB}" srcOrd="1" destOrd="0" presId="urn:microsoft.com/office/officeart/2018/5/layout/IconCircleLabelList"/>
    <dgm:cxn modelId="{1B3F0D5B-EF9C-4100-8193-BF2EDA810C7C}" type="presParOf" srcId="{E752CE17-500C-42E6-86A5-DE94E9B4CE9B}" destId="{F8A77732-3690-4CC5-8762-BD3CE9FD5247}" srcOrd="2" destOrd="0" presId="urn:microsoft.com/office/officeart/2018/5/layout/IconCircleLabelList"/>
    <dgm:cxn modelId="{D346E84B-F48F-4AC9-A19F-2F9CFDCA373A}" type="presParOf" srcId="{E752CE17-500C-42E6-86A5-DE94E9B4CE9B}" destId="{6598293A-7C99-4424-BAA0-C115D53DBD31}" srcOrd="3" destOrd="0" presId="urn:microsoft.com/office/officeart/2018/5/layout/IconCircleLabelList"/>
    <dgm:cxn modelId="{A90D579E-00C6-4359-A408-242DAEDF79A1}" type="presParOf" srcId="{991A43E2-AC70-40DD-8DE3-1F32255516ED}" destId="{56910562-F23D-4890-A4E7-1DCFBE15DA64}" srcOrd="3" destOrd="0" presId="urn:microsoft.com/office/officeart/2018/5/layout/IconCircleLabelList"/>
    <dgm:cxn modelId="{C95BF398-FF3E-4E25-8C65-169A39CA8EC8}" type="presParOf" srcId="{991A43E2-AC70-40DD-8DE3-1F32255516ED}" destId="{455E64A7-9B8D-4251-AA59-7F7CDDE11E43}" srcOrd="4" destOrd="0" presId="urn:microsoft.com/office/officeart/2018/5/layout/IconCircleLabelList"/>
    <dgm:cxn modelId="{108E55BE-0861-4C96-98A2-1E4E9EDCC479}" type="presParOf" srcId="{455E64A7-9B8D-4251-AA59-7F7CDDE11E43}" destId="{E34C6042-F7B3-45C3-8496-1137FD602F7F}" srcOrd="0" destOrd="0" presId="urn:microsoft.com/office/officeart/2018/5/layout/IconCircleLabelList"/>
    <dgm:cxn modelId="{39034166-26F0-42D6-83E1-A9C2651856EE}" type="presParOf" srcId="{455E64A7-9B8D-4251-AA59-7F7CDDE11E43}" destId="{15A666A6-6B64-4A4D-BF75-B532CD79CBC3}" srcOrd="1" destOrd="0" presId="urn:microsoft.com/office/officeart/2018/5/layout/IconCircleLabelList"/>
    <dgm:cxn modelId="{37A2EC47-745F-4B16-9A0D-0F9DA2BBD845}" type="presParOf" srcId="{455E64A7-9B8D-4251-AA59-7F7CDDE11E43}" destId="{97247711-A810-4270-9172-98D85DED5C02}" srcOrd="2" destOrd="0" presId="urn:microsoft.com/office/officeart/2018/5/layout/IconCircleLabelList"/>
    <dgm:cxn modelId="{524E7A13-0C7B-412E-AD3D-B23842ACC6A2}" type="presParOf" srcId="{455E64A7-9B8D-4251-AA59-7F7CDDE11E43}" destId="{B12B426B-0E2F-498F-9A00-D773E8C72F30}" srcOrd="3" destOrd="0" presId="urn:microsoft.com/office/officeart/2018/5/layout/IconCircleLabelList"/>
    <dgm:cxn modelId="{5E41D5CE-4A72-4524-9919-8BBE9FF3548E}" type="presParOf" srcId="{991A43E2-AC70-40DD-8DE3-1F32255516ED}" destId="{36E38748-A2D7-4FB1-9899-1980957FB44E}" srcOrd="5" destOrd="0" presId="urn:microsoft.com/office/officeart/2018/5/layout/IconCircleLabelList"/>
    <dgm:cxn modelId="{7564098C-8C93-46DF-86EA-DFB6A2EEFC76}" type="presParOf" srcId="{991A43E2-AC70-40DD-8DE3-1F32255516ED}" destId="{D482A268-5165-40BC-9B18-4C0EF877A3C8}" srcOrd="6" destOrd="0" presId="urn:microsoft.com/office/officeart/2018/5/layout/IconCircleLabelList"/>
    <dgm:cxn modelId="{A07E2376-BD33-42D9-B669-C4C45CD9EECD}" type="presParOf" srcId="{D482A268-5165-40BC-9B18-4C0EF877A3C8}" destId="{E7C217FF-2FCC-4285-ABEF-CA176BCC7564}" srcOrd="0" destOrd="0" presId="urn:microsoft.com/office/officeart/2018/5/layout/IconCircleLabelList"/>
    <dgm:cxn modelId="{148D458E-A676-446F-92D1-458BB11BDC34}" type="presParOf" srcId="{D482A268-5165-40BC-9B18-4C0EF877A3C8}" destId="{124C9CE6-9894-425F-A901-9D6E92431591}" srcOrd="1" destOrd="0" presId="urn:microsoft.com/office/officeart/2018/5/layout/IconCircleLabelList"/>
    <dgm:cxn modelId="{718F7615-F83D-4B2C-BB67-E0167DC95489}" type="presParOf" srcId="{D482A268-5165-40BC-9B18-4C0EF877A3C8}" destId="{F801777B-E254-48F0-A735-E5F8F3346402}" srcOrd="2" destOrd="0" presId="urn:microsoft.com/office/officeart/2018/5/layout/IconCircleLabelList"/>
    <dgm:cxn modelId="{F7BBFA0B-87DC-4962-8EC4-5751D433C02E}" type="presParOf" srcId="{D482A268-5165-40BC-9B18-4C0EF877A3C8}" destId="{E80F7FFD-6A9F-4AB4-85C7-D265A3C86504}" srcOrd="3" destOrd="0" presId="urn:microsoft.com/office/officeart/2018/5/layout/IconCircleLabelList"/>
    <dgm:cxn modelId="{977917EB-A601-42AD-97D5-988947C419AB}" type="presParOf" srcId="{991A43E2-AC70-40DD-8DE3-1F32255516ED}" destId="{262A1EAE-C948-4E85-9490-68D249CA9524}" srcOrd="7" destOrd="0" presId="urn:microsoft.com/office/officeart/2018/5/layout/IconCircleLabelList"/>
    <dgm:cxn modelId="{A7329157-90B2-4EF5-A820-1133E02FBA9D}" type="presParOf" srcId="{991A43E2-AC70-40DD-8DE3-1F32255516ED}" destId="{20807794-F4D0-4D03-8602-D9CF51197437}" srcOrd="8" destOrd="0" presId="urn:microsoft.com/office/officeart/2018/5/layout/IconCircleLabelList"/>
    <dgm:cxn modelId="{7C4CD581-40BC-4BBF-9F4A-0F91C30850AE}" type="presParOf" srcId="{20807794-F4D0-4D03-8602-D9CF51197437}" destId="{D9A8D2B2-6F83-462C-889C-97ED57D404A2}" srcOrd="0" destOrd="0" presId="urn:microsoft.com/office/officeart/2018/5/layout/IconCircleLabelList"/>
    <dgm:cxn modelId="{BFBA2828-A58E-423B-947F-1240944A973E}" type="presParOf" srcId="{20807794-F4D0-4D03-8602-D9CF51197437}" destId="{8824A2AE-4201-433E-9F90-1656F452E7FD}" srcOrd="1" destOrd="0" presId="urn:microsoft.com/office/officeart/2018/5/layout/IconCircleLabelList"/>
    <dgm:cxn modelId="{02DF58E3-2F25-46F9-BEC7-C45F70628443}" type="presParOf" srcId="{20807794-F4D0-4D03-8602-D9CF51197437}" destId="{1E0ACDCD-0C8B-440D-B036-630B84C7E665}" srcOrd="2" destOrd="0" presId="urn:microsoft.com/office/officeart/2018/5/layout/IconCircleLabelList"/>
    <dgm:cxn modelId="{CCEF4799-DD0A-4A97-AFE9-6FA14E0FB171}" type="presParOf" srcId="{20807794-F4D0-4D03-8602-D9CF51197437}" destId="{A3F531DE-12D5-4C6B-8AF8-A7A92B09445C}" srcOrd="3" destOrd="0" presId="urn:microsoft.com/office/officeart/2018/5/layout/IconCircleLabelList"/>
    <dgm:cxn modelId="{A4885481-63ED-4A54-AC28-FCC1D96EA66B}" type="presParOf" srcId="{991A43E2-AC70-40DD-8DE3-1F32255516ED}" destId="{2F7F212F-DC73-4225-B939-46A652A461FA}" srcOrd="9" destOrd="0" presId="urn:microsoft.com/office/officeart/2018/5/layout/IconCircleLabelList"/>
    <dgm:cxn modelId="{A3B3C8E1-2B34-4C61-94E1-778FA1D9471D}" type="presParOf" srcId="{991A43E2-AC70-40DD-8DE3-1F32255516ED}" destId="{8AA7B606-105E-4B46-BBF9-FE27F4CF0A9D}" srcOrd="10" destOrd="0" presId="urn:microsoft.com/office/officeart/2018/5/layout/IconCircleLabelList"/>
    <dgm:cxn modelId="{164907C5-DAF4-401B-942C-5F1F8B75574A}" type="presParOf" srcId="{8AA7B606-105E-4B46-BBF9-FE27F4CF0A9D}" destId="{A835D4EA-549A-4FF1-8628-0CC93461BEE9}" srcOrd="0" destOrd="0" presId="urn:microsoft.com/office/officeart/2018/5/layout/IconCircleLabelList"/>
    <dgm:cxn modelId="{BB44E513-AAF0-4A1D-9BD0-7A5BAAD8D420}" type="presParOf" srcId="{8AA7B606-105E-4B46-BBF9-FE27F4CF0A9D}" destId="{FC18E0AB-1CD0-4CAE-B22C-A793A65978A2}" srcOrd="1" destOrd="0" presId="urn:microsoft.com/office/officeart/2018/5/layout/IconCircleLabelList"/>
    <dgm:cxn modelId="{95515CFF-9FF6-44F3-9EF9-256E7A19672C}" type="presParOf" srcId="{8AA7B606-105E-4B46-BBF9-FE27F4CF0A9D}" destId="{52FF344E-EEB0-40BA-B2D4-023E894FDCC0}" srcOrd="2" destOrd="0" presId="urn:microsoft.com/office/officeart/2018/5/layout/IconCircleLabelList"/>
    <dgm:cxn modelId="{7BB2A743-D5BA-4E2F-BAA6-C87083AC131E}" type="presParOf" srcId="{8AA7B606-105E-4B46-BBF9-FE27F4CF0A9D}" destId="{CD0AE623-7CD0-462B-AE1E-7438ECC838AF}" srcOrd="3" destOrd="0" presId="urn:microsoft.com/office/officeart/2018/5/layout/IconCircleLabelList"/>
    <dgm:cxn modelId="{2ED684F6-EA75-4424-93AF-47C8BBA9C9A8}" type="presParOf" srcId="{991A43E2-AC70-40DD-8DE3-1F32255516ED}" destId="{630E73A0-C7CF-4CE4-A6C1-0C5C3EF18E34}" srcOrd="11" destOrd="0" presId="urn:microsoft.com/office/officeart/2018/5/layout/IconCircleLabelList"/>
    <dgm:cxn modelId="{0BD61AFA-146F-48DB-A431-FB32F6B6B8A1}" type="presParOf" srcId="{991A43E2-AC70-40DD-8DE3-1F32255516ED}" destId="{BCAF1464-1432-47C3-908F-ED8BD2ADC48A}" srcOrd="12" destOrd="0" presId="urn:microsoft.com/office/officeart/2018/5/layout/IconCircleLabelList"/>
    <dgm:cxn modelId="{32AD982B-05FA-4AF5-8860-1C954C2B2BCB}" type="presParOf" srcId="{BCAF1464-1432-47C3-908F-ED8BD2ADC48A}" destId="{37A9CCB7-814D-44F1-A033-FF007893E2E3}" srcOrd="0" destOrd="0" presId="urn:microsoft.com/office/officeart/2018/5/layout/IconCircleLabelList"/>
    <dgm:cxn modelId="{12D3896F-A52B-450E-8A86-3E3B119D3B21}" type="presParOf" srcId="{BCAF1464-1432-47C3-908F-ED8BD2ADC48A}" destId="{945505AB-DCF5-4323-BFE3-018241C98704}" srcOrd="1" destOrd="0" presId="urn:microsoft.com/office/officeart/2018/5/layout/IconCircleLabelList"/>
    <dgm:cxn modelId="{412F8FD4-1D0D-4282-B6FA-5BDA9C311BA3}" type="presParOf" srcId="{BCAF1464-1432-47C3-908F-ED8BD2ADC48A}" destId="{00BC0221-EAA7-458B-AE13-46F279B26EBB}" srcOrd="2" destOrd="0" presId="urn:microsoft.com/office/officeart/2018/5/layout/IconCircleLabelList"/>
    <dgm:cxn modelId="{24BC8B66-1FF8-42CD-B50D-EF3047F1A3B4}" type="presParOf" srcId="{BCAF1464-1432-47C3-908F-ED8BD2ADC48A}" destId="{80AB85FA-9B39-404E-8741-6D01B5DBF2B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6148B0-5E89-404C-A3B1-443C8462F5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47F38A-0A6D-45FF-A6BE-F79D0FA4D4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Check and Fill NULL Values</a:t>
          </a:r>
          <a:endParaRPr lang="en-US" dirty="0"/>
        </a:p>
      </dgm:t>
    </dgm:pt>
    <dgm:pt modelId="{419CE360-C23F-4F9B-9EA8-BC0B2DF501DA}" type="parTrans" cxnId="{FC83D75B-382C-4776-8AF1-A796BC9B01C2}">
      <dgm:prSet/>
      <dgm:spPr/>
      <dgm:t>
        <a:bodyPr/>
        <a:lstStyle/>
        <a:p>
          <a:endParaRPr lang="en-US"/>
        </a:p>
      </dgm:t>
    </dgm:pt>
    <dgm:pt modelId="{97556571-BC5D-4C4A-8591-1F4E99DFDC17}" type="sibTrans" cxnId="{FC83D75B-382C-4776-8AF1-A796BC9B01C2}">
      <dgm:prSet/>
      <dgm:spPr/>
      <dgm:t>
        <a:bodyPr/>
        <a:lstStyle/>
        <a:p>
          <a:endParaRPr lang="en-US"/>
        </a:p>
      </dgm:t>
    </dgm:pt>
    <dgm:pt modelId="{6816521A-301F-45AC-A629-56BE7E22DC00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FCC9D6C3-F79F-4273-8982-792C29DAF370}" type="parTrans" cxnId="{18978E81-1B27-4CC8-A733-315055D8ACC7}">
      <dgm:prSet/>
      <dgm:spPr/>
      <dgm:t>
        <a:bodyPr/>
        <a:lstStyle/>
        <a:p>
          <a:endParaRPr lang="en-US"/>
        </a:p>
      </dgm:t>
    </dgm:pt>
    <dgm:pt modelId="{1C604B11-1110-4E99-B2F9-AEE0C23DBA96}" type="sibTrans" cxnId="{18978E81-1B27-4CC8-A733-315055D8ACC7}">
      <dgm:prSet/>
      <dgm:spPr/>
      <dgm:t>
        <a:bodyPr/>
        <a:lstStyle/>
        <a:p>
          <a:endParaRPr lang="en-US"/>
        </a:p>
      </dgm:t>
    </dgm:pt>
    <dgm:pt modelId="{31A8B271-413E-4462-A369-06114029DD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Format Dates</a:t>
          </a:r>
          <a:endParaRPr lang="en-US" dirty="0"/>
        </a:p>
      </dgm:t>
    </dgm:pt>
    <dgm:pt modelId="{17699C43-5726-4DC6-8DE8-07DD8915A2ED}" type="parTrans" cxnId="{8A93760F-8E90-4FFB-8003-52299E5B28DA}">
      <dgm:prSet/>
      <dgm:spPr/>
      <dgm:t>
        <a:bodyPr/>
        <a:lstStyle/>
        <a:p>
          <a:endParaRPr lang="en-US"/>
        </a:p>
      </dgm:t>
    </dgm:pt>
    <dgm:pt modelId="{40F0115B-A201-413C-9CD5-0C99CE5A6F88}" type="sibTrans" cxnId="{8A93760F-8E90-4FFB-8003-52299E5B28DA}">
      <dgm:prSet/>
      <dgm:spPr/>
      <dgm:t>
        <a:bodyPr/>
        <a:lstStyle/>
        <a:p>
          <a:endParaRPr lang="en-US"/>
        </a:p>
      </dgm:t>
    </dgm:pt>
    <dgm:pt modelId="{B93F0456-AD7F-4EC4-9D1D-CFC1D39C95CD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4658BA2A-DBEA-4DC7-8056-A6E4C03970F1}" type="parTrans" cxnId="{B01363DD-F185-4FF7-A7CB-E9F0EB6C5D62}">
      <dgm:prSet/>
      <dgm:spPr/>
      <dgm:t>
        <a:bodyPr/>
        <a:lstStyle/>
        <a:p>
          <a:endParaRPr lang="en-US"/>
        </a:p>
      </dgm:t>
    </dgm:pt>
    <dgm:pt modelId="{188C6813-4D1E-4975-BC17-C264A246F435}" type="sibTrans" cxnId="{B01363DD-F185-4FF7-A7CB-E9F0EB6C5D62}">
      <dgm:prSet/>
      <dgm:spPr/>
      <dgm:t>
        <a:bodyPr/>
        <a:lstStyle/>
        <a:p>
          <a:endParaRPr lang="en-US"/>
        </a:p>
      </dgm:t>
    </dgm:pt>
    <dgm:pt modelId="{916E1768-FE12-4A6B-8B35-B678622632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Duplicates Checks</a:t>
          </a:r>
          <a:endParaRPr lang="en-US" dirty="0"/>
        </a:p>
      </dgm:t>
    </dgm:pt>
    <dgm:pt modelId="{7FE57FD7-3830-44A2-B38C-602B6489A3CC}" type="parTrans" cxnId="{60B53793-013C-41D7-976E-FF70D21F5FBF}">
      <dgm:prSet/>
      <dgm:spPr/>
      <dgm:t>
        <a:bodyPr/>
        <a:lstStyle/>
        <a:p>
          <a:endParaRPr lang="en-US"/>
        </a:p>
      </dgm:t>
    </dgm:pt>
    <dgm:pt modelId="{3C51FAF0-BE13-47F4-9273-D50679EEF639}" type="sibTrans" cxnId="{60B53793-013C-41D7-976E-FF70D21F5FBF}">
      <dgm:prSet/>
      <dgm:spPr/>
      <dgm:t>
        <a:bodyPr/>
        <a:lstStyle/>
        <a:p>
          <a:endParaRPr lang="en-US"/>
        </a:p>
      </dgm:t>
    </dgm:pt>
    <dgm:pt modelId="{9DEF0CA6-F654-401A-B7BC-6C041DB32071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BEB098A2-62A0-469E-AD93-00E38E4ECCF3}" type="parTrans" cxnId="{F5CF92F2-7DCB-412A-9D53-7CA6051F8020}">
      <dgm:prSet/>
      <dgm:spPr/>
      <dgm:t>
        <a:bodyPr/>
        <a:lstStyle/>
        <a:p>
          <a:endParaRPr lang="en-US"/>
        </a:p>
      </dgm:t>
    </dgm:pt>
    <dgm:pt modelId="{90069644-C215-4E8A-B389-067FC851F075}" type="sibTrans" cxnId="{F5CF92F2-7DCB-412A-9D53-7CA6051F8020}">
      <dgm:prSet/>
      <dgm:spPr/>
      <dgm:t>
        <a:bodyPr/>
        <a:lstStyle/>
        <a:p>
          <a:endParaRPr lang="en-US"/>
        </a:p>
      </dgm:t>
    </dgm:pt>
    <dgm:pt modelId="{CF4F2604-5E93-4B21-89B4-84C19AD3B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Filling Missing Values</a:t>
          </a:r>
          <a:endParaRPr lang="en-US" dirty="0"/>
        </a:p>
      </dgm:t>
    </dgm:pt>
    <dgm:pt modelId="{2C8F6D5F-87DB-4FA9-B5C2-FC5C0837B0F4}" type="parTrans" cxnId="{8AB55F23-7925-4676-923C-FE5729EE2226}">
      <dgm:prSet/>
      <dgm:spPr/>
      <dgm:t>
        <a:bodyPr/>
        <a:lstStyle/>
        <a:p>
          <a:endParaRPr lang="en-US"/>
        </a:p>
      </dgm:t>
    </dgm:pt>
    <dgm:pt modelId="{2F30566C-0D67-45A7-BF76-6EAD1E9EF9B8}" type="sibTrans" cxnId="{8AB55F23-7925-4676-923C-FE5729EE2226}">
      <dgm:prSet/>
      <dgm:spPr/>
      <dgm:t>
        <a:bodyPr/>
        <a:lstStyle/>
        <a:p>
          <a:endParaRPr lang="en-US"/>
        </a:p>
      </dgm:t>
    </dgm:pt>
    <dgm:pt modelId="{44910D71-08EE-4716-9334-CACFE262C429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690C52F-C930-41C9-A752-528EBE18D54A}" type="parTrans" cxnId="{A8160861-9DF4-449A-A4F8-32B412EAB567}">
      <dgm:prSet/>
      <dgm:spPr/>
      <dgm:t>
        <a:bodyPr/>
        <a:lstStyle/>
        <a:p>
          <a:endParaRPr lang="en-US"/>
        </a:p>
      </dgm:t>
    </dgm:pt>
    <dgm:pt modelId="{15CC38D1-1608-412A-B7A2-538981821B7B}" type="sibTrans" cxnId="{A8160861-9DF4-449A-A4F8-32B412EAB567}">
      <dgm:prSet/>
      <dgm:spPr/>
      <dgm:t>
        <a:bodyPr/>
        <a:lstStyle/>
        <a:p>
          <a:endParaRPr lang="en-US"/>
        </a:p>
      </dgm:t>
    </dgm:pt>
    <dgm:pt modelId="{FD51A722-08B8-4A4D-B7D4-4F7883685FA2}" type="pres">
      <dgm:prSet presAssocID="{2C6148B0-5E89-404C-A3B1-443C8462F50D}" presName="root" presStyleCnt="0">
        <dgm:presLayoutVars>
          <dgm:dir/>
          <dgm:resizeHandles val="exact"/>
        </dgm:presLayoutVars>
      </dgm:prSet>
      <dgm:spPr/>
    </dgm:pt>
    <dgm:pt modelId="{1659F9A8-CBEF-415C-87CE-F118ED9D170F}" type="pres">
      <dgm:prSet presAssocID="{3347F38A-0A6D-45FF-A6BE-F79D0FA4D4CD}" presName="compNode" presStyleCnt="0"/>
      <dgm:spPr/>
    </dgm:pt>
    <dgm:pt modelId="{089924D8-3440-49B6-9D85-2CD285451250}" type="pres">
      <dgm:prSet presAssocID="{3347F38A-0A6D-45FF-A6BE-F79D0FA4D4CD}" presName="bgRect" presStyleLbl="bgShp" presStyleIdx="0" presStyleCnt="4"/>
      <dgm:spPr/>
    </dgm:pt>
    <dgm:pt modelId="{11018CFD-A95D-4C6D-A013-912B3988D842}" type="pres">
      <dgm:prSet presAssocID="{3347F38A-0A6D-45FF-A6BE-F79D0FA4D4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BBAE800-664F-4B21-92DF-8C1C786FFFF7}" type="pres">
      <dgm:prSet presAssocID="{3347F38A-0A6D-45FF-A6BE-F79D0FA4D4CD}" presName="spaceRect" presStyleCnt="0"/>
      <dgm:spPr/>
    </dgm:pt>
    <dgm:pt modelId="{F5ACC115-695C-495C-891D-B8C15055AFE8}" type="pres">
      <dgm:prSet presAssocID="{3347F38A-0A6D-45FF-A6BE-F79D0FA4D4CD}" presName="parTx" presStyleLbl="revTx" presStyleIdx="0" presStyleCnt="8">
        <dgm:presLayoutVars>
          <dgm:chMax val="0"/>
          <dgm:chPref val="0"/>
        </dgm:presLayoutVars>
      </dgm:prSet>
      <dgm:spPr/>
    </dgm:pt>
    <dgm:pt modelId="{8803DBE8-B160-4962-A4A1-C611D3206A19}" type="pres">
      <dgm:prSet presAssocID="{3347F38A-0A6D-45FF-A6BE-F79D0FA4D4CD}" presName="desTx" presStyleLbl="revTx" presStyleIdx="1" presStyleCnt="8">
        <dgm:presLayoutVars/>
      </dgm:prSet>
      <dgm:spPr/>
    </dgm:pt>
    <dgm:pt modelId="{D3C146F2-09E1-4FCA-AFC4-7C66ACD558CC}" type="pres">
      <dgm:prSet presAssocID="{97556571-BC5D-4C4A-8591-1F4E99DFDC17}" presName="sibTrans" presStyleCnt="0"/>
      <dgm:spPr/>
    </dgm:pt>
    <dgm:pt modelId="{CAD447D0-2F46-4DE4-989D-49C71368C0FB}" type="pres">
      <dgm:prSet presAssocID="{31A8B271-413E-4462-A369-06114029DD17}" presName="compNode" presStyleCnt="0"/>
      <dgm:spPr/>
    </dgm:pt>
    <dgm:pt modelId="{D042D72E-61D1-4ED3-B803-B50068F2EC80}" type="pres">
      <dgm:prSet presAssocID="{31A8B271-413E-4462-A369-06114029DD17}" presName="bgRect" presStyleLbl="bgShp" presStyleIdx="1" presStyleCnt="4"/>
      <dgm:spPr/>
    </dgm:pt>
    <dgm:pt modelId="{5B2DBDB5-BCA3-4B26-A1B1-CC039181679E}" type="pres">
      <dgm:prSet presAssocID="{31A8B271-413E-4462-A369-06114029DD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341E625-D5BD-4CD7-B9DD-EADD14B469D7}" type="pres">
      <dgm:prSet presAssocID="{31A8B271-413E-4462-A369-06114029DD17}" presName="spaceRect" presStyleCnt="0"/>
      <dgm:spPr/>
    </dgm:pt>
    <dgm:pt modelId="{0BA14115-E1D3-4A94-877A-857C13163F43}" type="pres">
      <dgm:prSet presAssocID="{31A8B271-413E-4462-A369-06114029DD17}" presName="parTx" presStyleLbl="revTx" presStyleIdx="2" presStyleCnt="8">
        <dgm:presLayoutVars>
          <dgm:chMax val="0"/>
          <dgm:chPref val="0"/>
        </dgm:presLayoutVars>
      </dgm:prSet>
      <dgm:spPr/>
    </dgm:pt>
    <dgm:pt modelId="{10F51D2F-41EB-B741-A0C4-F4EC15B83409}" type="pres">
      <dgm:prSet presAssocID="{31A8B271-413E-4462-A369-06114029DD17}" presName="desTx" presStyleLbl="revTx" presStyleIdx="3" presStyleCnt="8">
        <dgm:presLayoutVars/>
      </dgm:prSet>
      <dgm:spPr/>
    </dgm:pt>
    <dgm:pt modelId="{D584E585-470A-43A8-AA02-CD25AA73B4DD}" type="pres">
      <dgm:prSet presAssocID="{40F0115B-A201-413C-9CD5-0C99CE5A6F88}" presName="sibTrans" presStyleCnt="0"/>
      <dgm:spPr/>
    </dgm:pt>
    <dgm:pt modelId="{43C404CF-3FEB-402C-B54F-435303FE173D}" type="pres">
      <dgm:prSet presAssocID="{916E1768-FE12-4A6B-8B35-B67862263236}" presName="compNode" presStyleCnt="0"/>
      <dgm:spPr/>
    </dgm:pt>
    <dgm:pt modelId="{809D8CFD-5A3D-4FF1-BF83-41128EC4DF07}" type="pres">
      <dgm:prSet presAssocID="{916E1768-FE12-4A6B-8B35-B67862263236}" presName="bgRect" presStyleLbl="bgShp" presStyleIdx="2" presStyleCnt="4"/>
      <dgm:spPr/>
    </dgm:pt>
    <dgm:pt modelId="{3FD411EF-C50F-49FF-B836-DCED84762346}" type="pres">
      <dgm:prSet presAssocID="{916E1768-FE12-4A6B-8B35-B67862263236}" presName="iconRect" presStyleLbl="node1" presStyleIdx="2" presStyleCnt="4"/>
      <dgm:spPr/>
    </dgm:pt>
    <dgm:pt modelId="{E4499B52-CCD7-4CC0-A2A0-A32C77FE4E3E}" type="pres">
      <dgm:prSet presAssocID="{916E1768-FE12-4A6B-8B35-B67862263236}" presName="spaceRect" presStyleCnt="0"/>
      <dgm:spPr/>
    </dgm:pt>
    <dgm:pt modelId="{322E370B-38BD-4D09-9A36-7B792663702A}" type="pres">
      <dgm:prSet presAssocID="{916E1768-FE12-4A6B-8B35-B67862263236}" presName="parTx" presStyleLbl="revTx" presStyleIdx="4" presStyleCnt="8">
        <dgm:presLayoutVars>
          <dgm:chMax val="0"/>
          <dgm:chPref val="0"/>
        </dgm:presLayoutVars>
      </dgm:prSet>
      <dgm:spPr/>
    </dgm:pt>
    <dgm:pt modelId="{255C38F7-C209-3147-91A2-5E3E9DF3DC12}" type="pres">
      <dgm:prSet presAssocID="{916E1768-FE12-4A6B-8B35-B67862263236}" presName="desTx" presStyleLbl="revTx" presStyleIdx="5" presStyleCnt="8">
        <dgm:presLayoutVars/>
      </dgm:prSet>
      <dgm:spPr/>
    </dgm:pt>
    <dgm:pt modelId="{CC002BDA-8CFC-409B-A04F-DF0F75783EF1}" type="pres">
      <dgm:prSet presAssocID="{3C51FAF0-BE13-47F4-9273-D50679EEF639}" presName="sibTrans" presStyleCnt="0"/>
      <dgm:spPr/>
    </dgm:pt>
    <dgm:pt modelId="{A38EDBC9-BE15-4508-8D1F-7836E7D6792C}" type="pres">
      <dgm:prSet presAssocID="{CF4F2604-5E93-4B21-89B4-84C19AD3B57E}" presName="compNode" presStyleCnt="0"/>
      <dgm:spPr/>
    </dgm:pt>
    <dgm:pt modelId="{91CFC461-A080-41EA-B383-8C7933D7FC8B}" type="pres">
      <dgm:prSet presAssocID="{CF4F2604-5E93-4B21-89B4-84C19AD3B57E}" presName="bgRect" presStyleLbl="bgShp" presStyleIdx="3" presStyleCnt="4"/>
      <dgm:spPr/>
    </dgm:pt>
    <dgm:pt modelId="{C563AADA-A692-4A4A-847C-C4DCAA4185FB}" type="pres">
      <dgm:prSet presAssocID="{CF4F2604-5E93-4B21-89B4-84C19AD3B57E}" presName="iconRect" presStyleLbl="node1" presStyleIdx="3" presStyleCnt="4"/>
      <dgm:spPr/>
    </dgm:pt>
    <dgm:pt modelId="{D6563148-20B8-4BF3-A95D-5070F334E7D8}" type="pres">
      <dgm:prSet presAssocID="{CF4F2604-5E93-4B21-89B4-84C19AD3B57E}" presName="spaceRect" presStyleCnt="0"/>
      <dgm:spPr/>
    </dgm:pt>
    <dgm:pt modelId="{E5FB46F2-6B0A-452E-8E66-604E2DE99839}" type="pres">
      <dgm:prSet presAssocID="{CF4F2604-5E93-4B21-89B4-84C19AD3B57E}" presName="parTx" presStyleLbl="revTx" presStyleIdx="6" presStyleCnt="8">
        <dgm:presLayoutVars>
          <dgm:chMax val="0"/>
          <dgm:chPref val="0"/>
        </dgm:presLayoutVars>
      </dgm:prSet>
      <dgm:spPr/>
    </dgm:pt>
    <dgm:pt modelId="{F43760FC-9B4B-4B4D-B9F4-0A8D187A6D81}" type="pres">
      <dgm:prSet presAssocID="{CF4F2604-5E93-4B21-89B4-84C19AD3B57E}" presName="desTx" presStyleLbl="revTx" presStyleIdx="7" presStyleCnt="8">
        <dgm:presLayoutVars/>
      </dgm:prSet>
      <dgm:spPr/>
    </dgm:pt>
  </dgm:ptLst>
  <dgm:cxnLst>
    <dgm:cxn modelId="{153C8805-A530-9349-82C4-4C5A27E9E43B}" type="presOf" srcId="{9DEF0CA6-F654-401A-B7BC-6C041DB32071}" destId="{255C38F7-C209-3147-91A2-5E3E9DF3DC12}" srcOrd="0" destOrd="0" presId="urn:microsoft.com/office/officeart/2018/2/layout/IconVerticalSolidList"/>
    <dgm:cxn modelId="{5CEC9506-6E6B-9C4C-A649-24B0870023F7}" type="presOf" srcId="{44910D71-08EE-4716-9334-CACFE262C429}" destId="{F43760FC-9B4B-4B4D-B9F4-0A8D187A6D81}" srcOrd="0" destOrd="0" presId="urn:microsoft.com/office/officeart/2018/2/layout/IconVerticalSolidList"/>
    <dgm:cxn modelId="{8A93760F-8E90-4FFB-8003-52299E5B28DA}" srcId="{2C6148B0-5E89-404C-A3B1-443C8462F50D}" destId="{31A8B271-413E-4462-A369-06114029DD17}" srcOrd="1" destOrd="0" parTransId="{17699C43-5726-4DC6-8DE8-07DD8915A2ED}" sibTransId="{40F0115B-A201-413C-9CD5-0C99CE5A6F88}"/>
    <dgm:cxn modelId="{8AB55F23-7925-4676-923C-FE5729EE2226}" srcId="{2C6148B0-5E89-404C-A3B1-443C8462F50D}" destId="{CF4F2604-5E93-4B21-89B4-84C19AD3B57E}" srcOrd="3" destOrd="0" parTransId="{2C8F6D5F-87DB-4FA9-B5C2-FC5C0837B0F4}" sibTransId="{2F30566C-0D67-45A7-BF76-6EAD1E9EF9B8}"/>
    <dgm:cxn modelId="{FC83D75B-382C-4776-8AF1-A796BC9B01C2}" srcId="{2C6148B0-5E89-404C-A3B1-443C8462F50D}" destId="{3347F38A-0A6D-45FF-A6BE-F79D0FA4D4CD}" srcOrd="0" destOrd="0" parTransId="{419CE360-C23F-4F9B-9EA8-BC0B2DF501DA}" sibTransId="{97556571-BC5D-4C4A-8591-1F4E99DFDC17}"/>
    <dgm:cxn modelId="{A8160861-9DF4-449A-A4F8-32B412EAB567}" srcId="{CF4F2604-5E93-4B21-89B4-84C19AD3B57E}" destId="{44910D71-08EE-4716-9334-CACFE262C429}" srcOrd="0" destOrd="0" parTransId="{2690C52F-C930-41C9-A752-528EBE18D54A}" sibTransId="{15CC38D1-1608-412A-B7A2-538981821B7B}"/>
    <dgm:cxn modelId="{DEE3E26F-3B62-4A25-A625-9FA90E12FB7A}" type="presOf" srcId="{3347F38A-0A6D-45FF-A6BE-F79D0FA4D4CD}" destId="{F5ACC115-695C-495C-891D-B8C15055AFE8}" srcOrd="0" destOrd="0" presId="urn:microsoft.com/office/officeart/2018/2/layout/IconVerticalSolidList"/>
    <dgm:cxn modelId="{0EA57850-EA8C-43B5-B721-D3128AC01CE1}" type="presOf" srcId="{CF4F2604-5E93-4B21-89B4-84C19AD3B57E}" destId="{E5FB46F2-6B0A-452E-8E66-604E2DE99839}" srcOrd="0" destOrd="0" presId="urn:microsoft.com/office/officeart/2018/2/layout/IconVerticalSolidList"/>
    <dgm:cxn modelId="{40CE3C73-4D89-4D08-874E-A76B80C24EE6}" type="presOf" srcId="{2C6148B0-5E89-404C-A3B1-443C8462F50D}" destId="{FD51A722-08B8-4A4D-B7D4-4F7883685FA2}" srcOrd="0" destOrd="0" presId="urn:microsoft.com/office/officeart/2018/2/layout/IconVerticalSolidList"/>
    <dgm:cxn modelId="{18978E81-1B27-4CC8-A733-315055D8ACC7}" srcId="{3347F38A-0A6D-45FF-A6BE-F79D0FA4D4CD}" destId="{6816521A-301F-45AC-A629-56BE7E22DC00}" srcOrd="0" destOrd="0" parTransId="{FCC9D6C3-F79F-4273-8982-792C29DAF370}" sibTransId="{1C604B11-1110-4E99-B2F9-AEE0C23DBA96}"/>
    <dgm:cxn modelId="{2978AA86-9F8F-704D-A417-6176C113044E}" type="presOf" srcId="{B93F0456-AD7F-4EC4-9D1D-CFC1D39C95CD}" destId="{10F51D2F-41EB-B741-A0C4-F4EC15B83409}" srcOrd="0" destOrd="0" presId="urn:microsoft.com/office/officeart/2018/2/layout/IconVerticalSolidList"/>
    <dgm:cxn modelId="{91755E87-BA97-4ED6-9E3C-3FA520D38084}" type="presOf" srcId="{6816521A-301F-45AC-A629-56BE7E22DC00}" destId="{8803DBE8-B160-4962-A4A1-C611D3206A19}" srcOrd="0" destOrd="0" presId="urn:microsoft.com/office/officeart/2018/2/layout/IconVerticalSolidList"/>
    <dgm:cxn modelId="{60B53793-013C-41D7-976E-FF70D21F5FBF}" srcId="{2C6148B0-5E89-404C-A3B1-443C8462F50D}" destId="{916E1768-FE12-4A6B-8B35-B67862263236}" srcOrd="2" destOrd="0" parTransId="{7FE57FD7-3830-44A2-B38C-602B6489A3CC}" sibTransId="{3C51FAF0-BE13-47F4-9273-D50679EEF639}"/>
    <dgm:cxn modelId="{FAD094D5-8757-4D5E-AA1C-49CC454353A7}" type="presOf" srcId="{31A8B271-413E-4462-A369-06114029DD17}" destId="{0BA14115-E1D3-4A94-877A-857C13163F43}" srcOrd="0" destOrd="0" presId="urn:microsoft.com/office/officeart/2018/2/layout/IconVerticalSolidList"/>
    <dgm:cxn modelId="{B01363DD-F185-4FF7-A7CB-E9F0EB6C5D62}" srcId="{31A8B271-413E-4462-A369-06114029DD17}" destId="{B93F0456-AD7F-4EC4-9D1D-CFC1D39C95CD}" srcOrd="0" destOrd="0" parTransId="{4658BA2A-DBEA-4DC7-8056-A6E4C03970F1}" sibTransId="{188C6813-4D1E-4975-BC17-C264A246F435}"/>
    <dgm:cxn modelId="{6B52B7E7-3802-41C3-9C7D-459E282B1F7E}" type="presOf" srcId="{916E1768-FE12-4A6B-8B35-B67862263236}" destId="{322E370B-38BD-4D09-9A36-7B792663702A}" srcOrd="0" destOrd="0" presId="urn:microsoft.com/office/officeart/2018/2/layout/IconVerticalSolidList"/>
    <dgm:cxn modelId="{F5CF92F2-7DCB-412A-9D53-7CA6051F8020}" srcId="{916E1768-FE12-4A6B-8B35-B67862263236}" destId="{9DEF0CA6-F654-401A-B7BC-6C041DB32071}" srcOrd="0" destOrd="0" parTransId="{BEB098A2-62A0-469E-AD93-00E38E4ECCF3}" sibTransId="{90069644-C215-4E8A-B389-067FC851F075}"/>
    <dgm:cxn modelId="{66A0AF87-9A7B-42E3-B8B2-6FB205B5E862}" type="presParOf" srcId="{FD51A722-08B8-4A4D-B7D4-4F7883685FA2}" destId="{1659F9A8-CBEF-415C-87CE-F118ED9D170F}" srcOrd="0" destOrd="0" presId="urn:microsoft.com/office/officeart/2018/2/layout/IconVerticalSolidList"/>
    <dgm:cxn modelId="{BC97E957-8F6C-4415-AB23-D641CB42F623}" type="presParOf" srcId="{1659F9A8-CBEF-415C-87CE-F118ED9D170F}" destId="{089924D8-3440-49B6-9D85-2CD285451250}" srcOrd="0" destOrd="0" presId="urn:microsoft.com/office/officeart/2018/2/layout/IconVerticalSolidList"/>
    <dgm:cxn modelId="{761E34D5-25E7-4619-8763-565C5A68CC10}" type="presParOf" srcId="{1659F9A8-CBEF-415C-87CE-F118ED9D170F}" destId="{11018CFD-A95D-4C6D-A013-912B3988D842}" srcOrd="1" destOrd="0" presId="urn:microsoft.com/office/officeart/2018/2/layout/IconVerticalSolidList"/>
    <dgm:cxn modelId="{80474AC3-FC9B-448D-B4A8-0058B7009A74}" type="presParOf" srcId="{1659F9A8-CBEF-415C-87CE-F118ED9D170F}" destId="{FBBAE800-664F-4B21-92DF-8C1C786FFFF7}" srcOrd="2" destOrd="0" presId="urn:microsoft.com/office/officeart/2018/2/layout/IconVerticalSolidList"/>
    <dgm:cxn modelId="{51314AA3-CDD5-485F-92F5-5DFE7FEE87C0}" type="presParOf" srcId="{1659F9A8-CBEF-415C-87CE-F118ED9D170F}" destId="{F5ACC115-695C-495C-891D-B8C15055AFE8}" srcOrd="3" destOrd="0" presId="urn:microsoft.com/office/officeart/2018/2/layout/IconVerticalSolidList"/>
    <dgm:cxn modelId="{246D3296-5F5B-4C2D-95C8-E2C3C48564C0}" type="presParOf" srcId="{1659F9A8-CBEF-415C-87CE-F118ED9D170F}" destId="{8803DBE8-B160-4962-A4A1-C611D3206A19}" srcOrd="4" destOrd="0" presId="urn:microsoft.com/office/officeart/2018/2/layout/IconVerticalSolidList"/>
    <dgm:cxn modelId="{C7E0C40B-AB89-4222-87AE-E4D450194C37}" type="presParOf" srcId="{FD51A722-08B8-4A4D-B7D4-4F7883685FA2}" destId="{D3C146F2-09E1-4FCA-AFC4-7C66ACD558CC}" srcOrd="1" destOrd="0" presId="urn:microsoft.com/office/officeart/2018/2/layout/IconVerticalSolidList"/>
    <dgm:cxn modelId="{5DC4CA61-D8F7-47D0-88F6-076B4429B3EC}" type="presParOf" srcId="{FD51A722-08B8-4A4D-B7D4-4F7883685FA2}" destId="{CAD447D0-2F46-4DE4-989D-49C71368C0FB}" srcOrd="2" destOrd="0" presId="urn:microsoft.com/office/officeart/2018/2/layout/IconVerticalSolidList"/>
    <dgm:cxn modelId="{81FA12CD-6E40-4D3E-AAD5-50D3D9DB1A33}" type="presParOf" srcId="{CAD447D0-2F46-4DE4-989D-49C71368C0FB}" destId="{D042D72E-61D1-4ED3-B803-B50068F2EC80}" srcOrd="0" destOrd="0" presId="urn:microsoft.com/office/officeart/2018/2/layout/IconVerticalSolidList"/>
    <dgm:cxn modelId="{40F2BDC0-F633-4404-8940-B797FC22088B}" type="presParOf" srcId="{CAD447D0-2F46-4DE4-989D-49C71368C0FB}" destId="{5B2DBDB5-BCA3-4B26-A1B1-CC039181679E}" srcOrd="1" destOrd="0" presId="urn:microsoft.com/office/officeart/2018/2/layout/IconVerticalSolidList"/>
    <dgm:cxn modelId="{5E79D6D2-3B55-4558-89CE-892FFFE7BA64}" type="presParOf" srcId="{CAD447D0-2F46-4DE4-989D-49C71368C0FB}" destId="{9341E625-D5BD-4CD7-B9DD-EADD14B469D7}" srcOrd="2" destOrd="0" presId="urn:microsoft.com/office/officeart/2018/2/layout/IconVerticalSolidList"/>
    <dgm:cxn modelId="{55736E45-D425-40C4-BED3-8B7853D737AF}" type="presParOf" srcId="{CAD447D0-2F46-4DE4-989D-49C71368C0FB}" destId="{0BA14115-E1D3-4A94-877A-857C13163F43}" srcOrd="3" destOrd="0" presId="urn:microsoft.com/office/officeart/2018/2/layout/IconVerticalSolidList"/>
    <dgm:cxn modelId="{FFD930F5-B3D1-664E-9261-4D1DB38A4860}" type="presParOf" srcId="{CAD447D0-2F46-4DE4-989D-49C71368C0FB}" destId="{10F51D2F-41EB-B741-A0C4-F4EC15B83409}" srcOrd="4" destOrd="0" presId="urn:microsoft.com/office/officeart/2018/2/layout/IconVerticalSolidList"/>
    <dgm:cxn modelId="{17E9ADED-C42E-4FE0-B6DD-1B1A0FF2408F}" type="presParOf" srcId="{FD51A722-08B8-4A4D-B7D4-4F7883685FA2}" destId="{D584E585-470A-43A8-AA02-CD25AA73B4DD}" srcOrd="3" destOrd="0" presId="urn:microsoft.com/office/officeart/2018/2/layout/IconVerticalSolidList"/>
    <dgm:cxn modelId="{F53F4034-5C75-4FFE-8370-84B1226C7733}" type="presParOf" srcId="{FD51A722-08B8-4A4D-B7D4-4F7883685FA2}" destId="{43C404CF-3FEB-402C-B54F-435303FE173D}" srcOrd="4" destOrd="0" presId="urn:microsoft.com/office/officeart/2018/2/layout/IconVerticalSolidList"/>
    <dgm:cxn modelId="{EE7F2FC9-314C-4291-B844-4F1BDC907D2B}" type="presParOf" srcId="{43C404CF-3FEB-402C-B54F-435303FE173D}" destId="{809D8CFD-5A3D-4FF1-BF83-41128EC4DF07}" srcOrd="0" destOrd="0" presId="urn:microsoft.com/office/officeart/2018/2/layout/IconVerticalSolidList"/>
    <dgm:cxn modelId="{C81879E1-2544-4E7E-8873-F2AAABC25BDA}" type="presParOf" srcId="{43C404CF-3FEB-402C-B54F-435303FE173D}" destId="{3FD411EF-C50F-49FF-B836-DCED84762346}" srcOrd="1" destOrd="0" presId="urn:microsoft.com/office/officeart/2018/2/layout/IconVerticalSolidList"/>
    <dgm:cxn modelId="{3A49EE99-4ABC-488E-B93C-CEE0F4D2A269}" type="presParOf" srcId="{43C404CF-3FEB-402C-B54F-435303FE173D}" destId="{E4499B52-CCD7-4CC0-A2A0-A32C77FE4E3E}" srcOrd="2" destOrd="0" presId="urn:microsoft.com/office/officeart/2018/2/layout/IconVerticalSolidList"/>
    <dgm:cxn modelId="{078C4365-2B1D-404F-BD52-B04CEEA9BE9C}" type="presParOf" srcId="{43C404CF-3FEB-402C-B54F-435303FE173D}" destId="{322E370B-38BD-4D09-9A36-7B792663702A}" srcOrd="3" destOrd="0" presId="urn:microsoft.com/office/officeart/2018/2/layout/IconVerticalSolidList"/>
    <dgm:cxn modelId="{34144E08-2976-DA46-9F2C-3626B6B8AD7F}" type="presParOf" srcId="{43C404CF-3FEB-402C-B54F-435303FE173D}" destId="{255C38F7-C209-3147-91A2-5E3E9DF3DC12}" srcOrd="4" destOrd="0" presId="urn:microsoft.com/office/officeart/2018/2/layout/IconVerticalSolidList"/>
    <dgm:cxn modelId="{CB06C74D-FCEC-4846-A6CA-34721FF25ABF}" type="presParOf" srcId="{FD51A722-08B8-4A4D-B7D4-4F7883685FA2}" destId="{CC002BDA-8CFC-409B-A04F-DF0F75783EF1}" srcOrd="5" destOrd="0" presId="urn:microsoft.com/office/officeart/2018/2/layout/IconVerticalSolidList"/>
    <dgm:cxn modelId="{AC54CCC5-0CA5-4DBB-8F08-7E67FE753002}" type="presParOf" srcId="{FD51A722-08B8-4A4D-B7D4-4F7883685FA2}" destId="{A38EDBC9-BE15-4508-8D1F-7836E7D6792C}" srcOrd="6" destOrd="0" presId="urn:microsoft.com/office/officeart/2018/2/layout/IconVerticalSolidList"/>
    <dgm:cxn modelId="{E06BE389-6084-41D1-9787-D444B14D144F}" type="presParOf" srcId="{A38EDBC9-BE15-4508-8D1F-7836E7D6792C}" destId="{91CFC461-A080-41EA-B383-8C7933D7FC8B}" srcOrd="0" destOrd="0" presId="urn:microsoft.com/office/officeart/2018/2/layout/IconVerticalSolidList"/>
    <dgm:cxn modelId="{CC37D2B3-A199-4FD4-B6BA-585AD5E2A370}" type="presParOf" srcId="{A38EDBC9-BE15-4508-8D1F-7836E7D6792C}" destId="{C563AADA-A692-4A4A-847C-C4DCAA4185FB}" srcOrd="1" destOrd="0" presId="urn:microsoft.com/office/officeart/2018/2/layout/IconVerticalSolidList"/>
    <dgm:cxn modelId="{723F8541-6A88-4128-9B7E-84D2C9D0FC65}" type="presParOf" srcId="{A38EDBC9-BE15-4508-8D1F-7836E7D6792C}" destId="{D6563148-20B8-4BF3-A95D-5070F334E7D8}" srcOrd="2" destOrd="0" presId="urn:microsoft.com/office/officeart/2018/2/layout/IconVerticalSolidList"/>
    <dgm:cxn modelId="{35F1AB9A-480E-4DAC-871E-F5517C388AEA}" type="presParOf" srcId="{A38EDBC9-BE15-4508-8D1F-7836E7D6792C}" destId="{E5FB46F2-6B0A-452E-8E66-604E2DE99839}" srcOrd="3" destOrd="0" presId="urn:microsoft.com/office/officeart/2018/2/layout/IconVerticalSolidList"/>
    <dgm:cxn modelId="{3F0B6A99-2FA1-344C-A7B3-152168E09121}" type="presParOf" srcId="{A38EDBC9-BE15-4508-8D1F-7836E7D6792C}" destId="{F43760FC-9B4B-4B4D-B9F4-0A8D187A6D8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305BC4-5BA4-4323-92E3-057839D5ACA1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52B7CF-1FDF-4CA1-AD7B-43C5DAFB2EC3}">
      <dgm:prSet/>
      <dgm:spPr/>
      <dgm:t>
        <a:bodyPr/>
        <a:lstStyle/>
        <a:p>
          <a:r>
            <a:rPr lang="en-IN" b="1"/>
            <a:t>1.  Revenue and Profit Distribution:</a:t>
          </a:r>
          <a:endParaRPr lang="en-US"/>
        </a:p>
      </dgm:t>
    </dgm:pt>
    <dgm:pt modelId="{82B350FC-0475-44E7-B438-712021916431}" type="parTrans" cxnId="{C5DD4BD0-5860-40A5-B081-71C7E0E89D70}">
      <dgm:prSet/>
      <dgm:spPr/>
      <dgm:t>
        <a:bodyPr/>
        <a:lstStyle/>
        <a:p>
          <a:endParaRPr lang="en-US"/>
        </a:p>
      </dgm:t>
    </dgm:pt>
    <dgm:pt modelId="{99EA44D8-F889-4257-A74B-20BD6A705638}" type="sibTrans" cxnId="{C5DD4BD0-5860-40A5-B081-71C7E0E89D70}">
      <dgm:prSet/>
      <dgm:spPr/>
      <dgm:t>
        <a:bodyPr/>
        <a:lstStyle/>
        <a:p>
          <a:endParaRPr lang="en-US"/>
        </a:p>
      </dgm:t>
    </dgm:pt>
    <dgm:pt modelId="{8E9209C2-60CE-4C6B-8C70-1C0F69811F01}">
      <dgm:prSet/>
      <dgm:spPr/>
      <dgm:t>
        <a:bodyPr/>
        <a:lstStyle/>
        <a:p>
          <a:r>
            <a:rPr lang="en-IN" b="1"/>
            <a:t>Total Revenue</a:t>
          </a:r>
          <a:endParaRPr lang="en-US"/>
        </a:p>
      </dgm:t>
    </dgm:pt>
    <dgm:pt modelId="{6F3D98F4-0FE9-4FDB-A81A-A8E195B8FD7A}" type="parTrans" cxnId="{25B35F7B-33B3-4DAF-BBC0-3FB66645ADDF}">
      <dgm:prSet/>
      <dgm:spPr/>
      <dgm:t>
        <a:bodyPr/>
        <a:lstStyle/>
        <a:p>
          <a:endParaRPr lang="en-US"/>
        </a:p>
      </dgm:t>
    </dgm:pt>
    <dgm:pt modelId="{018DB364-6375-4760-9B46-BA5BBA64BCD4}" type="sibTrans" cxnId="{25B35F7B-33B3-4DAF-BBC0-3FB66645ADDF}">
      <dgm:prSet/>
      <dgm:spPr/>
      <dgm:t>
        <a:bodyPr/>
        <a:lstStyle/>
        <a:p>
          <a:endParaRPr lang="en-US"/>
        </a:p>
      </dgm:t>
    </dgm:pt>
    <dgm:pt modelId="{7D2235AC-B0F8-4B52-8A99-FBE9258D93D5}">
      <dgm:prSet/>
      <dgm:spPr/>
      <dgm:t>
        <a:bodyPr/>
        <a:lstStyle/>
        <a:p>
          <a:r>
            <a:rPr lang="en-IN" b="1"/>
            <a:t>Top-performing Countries</a:t>
          </a:r>
          <a:endParaRPr lang="en-US"/>
        </a:p>
      </dgm:t>
    </dgm:pt>
    <dgm:pt modelId="{09F38EA0-52EA-461C-85C4-5B6818BF50A7}" type="parTrans" cxnId="{28BB23E5-95D6-4F87-B46C-A656B522652E}">
      <dgm:prSet/>
      <dgm:spPr/>
      <dgm:t>
        <a:bodyPr/>
        <a:lstStyle/>
        <a:p>
          <a:endParaRPr lang="en-US"/>
        </a:p>
      </dgm:t>
    </dgm:pt>
    <dgm:pt modelId="{F6A25E18-E951-41A5-BFEB-437A26F06D2F}" type="sibTrans" cxnId="{28BB23E5-95D6-4F87-B46C-A656B522652E}">
      <dgm:prSet/>
      <dgm:spPr/>
      <dgm:t>
        <a:bodyPr/>
        <a:lstStyle/>
        <a:p>
          <a:endParaRPr lang="en-US"/>
        </a:p>
      </dgm:t>
    </dgm:pt>
    <dgm:pt modelId="{7FF9E445-C0DF-4D85-85FE-1E72FE7D0CB2}">
      <dgm:prSet/>
      <dgm:spPr/>
      <dgm:t>
        <a:bodyPr/>
        <a:lstStyle/>
        <a:p>
          <a:r>
            <a:rPr lang="en-IN" b="1"/>
            <a:t>Revenue by Store Type</a:t>
          </a:r>
          <a:endParaRPr lang="en-US"/>
        </a:p>
      </dgm:t>
    </dgm:pt>
    <dgm:pt modelId="{91E18941-5B46-4EB1-B9E8-03FF4A3F6DFB}" type="parTrans" cxnId="{6744E0AF-D8F0-4849-AA7E-57253638E677}">
      <dgm:prSet/>
      <dgm:spPr/>
      <dgm:t>
        <a:bodyPr/>
        <a:lstStyle/>
        <a:p>
          <a:endParaRPr lang="en-US"/>
        </a:p>
      </dgm:t>
    </dgm:pt>
    <dgm:pt modelId="{4BDE22F1-615F-4128-839E-44AA469A91BA}" type="sibTrans" cxnId="{6744E0AF-D8F0-4849-AA7E-57253638E677}">
      <dgm:prSet/>
      <dgm:spPr/>
      <dgm:t>
        <a:bodyPr/>
        <a:lstStyle/>
        <a:p>
          <a:endParaRPr lang="en-US"/>
        </a:p>
      </dgm:t>
    </dgm:pt>
    <dgm:pt modelId="{56F60772-639B-4E3C-9190-0BD6436E27C1}">
      <dgm:prSet/>
      <dgm:spPr/>
      <dgm:t>
        <a:bodyPr/>
        <a:lstStyle/>
        <a:p>
          <a:r>
            <a:rPr lang="en-IN" b="1"/>
            <a:t>2. Customer and Product Insights:</a:t>
          </a:r>
          <a:endParaRPr lang="en-US"/>
        </a:p>
      </dgm:t>
    </dgm:pt>
    <dgm:pt modelId="{B13B9564-FF1D-4A2E-A0F8-1E2D7EF015EA}" type="parTrans" cxnId="{691EEB6D-6E16-44F3-B902-D24CE656CBF1}">
      <dgm:prSet/>
      <dgm:spPr/>
      <dgm:t>
        <a:bodyPr/>
        <a:lstStyle/>
        <a:p>
          <a:endParaRPr lang="en-US"/>
        </a:p>
      </dgm:t>
    </dgm:pt>
    <dgm:pt modelId="{E68710A8-21C0-43C8-91A4-E1B2F4F62A74}" type="sibTrans" cxnId="{691EEB6D-6E16-44F3-B902-D24CE656CBF1}">
      <dgm:prSet/>
      <dgm:spPr/>
      <dgm:t>
        <a:bodyPr/>
        <a:lstStyle/>
        <a:p>
          <a:endParaRPr lang="en-US"/>
        </a:p>
      </dgm:t>
    </dgm:pt>
    <dgm:pt modelId="{28D2D6D7-5769-44E6-8DD3-EEFAD1B760CF}">
      <dgm:prSet/>
      <dgm:spPr/>
      <dgm:t>
        <a:bodyPr/>
        <a:lstStyle/>
        <a:p>
          <a:r>
            <a:rPr lang="en-IN" b="1"/>
            <a:t>Top Customers</a:t>
          </a:r>
          <a:endParaRPr lang="en-US"/>
        </a:p>
      </dgm:t>
    </dgm:pt>
    <dgm:pt modelId="{A2FE6E9A-72AF-40FD-82CA-122CA5FE36D4}" type="parTrans" cxnId="{BBE04463-B7A1-4AEE-9B9F-6489E7D8D8A5}">
      <dgm:prSet/>
      <dgm:spPr/>
      <dgm:t>
        <a:bodyPr/>
        <a:lstStyle/>
        <a:p>
          <a:endParaRPr lang="en-US"/>
        </a:p>
      </dgm:t>
    </dgm:pt>
    <dgm:pt modelId="{7256B545-61C4-47D0-A5FC-577D9002194A}" type="sibTrans" cxnId="{BBE04463-B7A1-4AEE-9B9F-6489E7D8D8A5}">
      <dgm:prSet/>
      <dgm:spPr/>
      <dgm:t>
        <a:bodyPr/>
        <a:lstStyle/>
        <a:p>
          <a:endParaRPr lang="en-US"/>
        </a:p>
      </dgm:t>
    </dgm:pt>
    <dgm:pt modelId="{CA68426E-8466-4437-B4EB-CA08EDE58D13}">
      <dgm:prSet/>
      <dgm:spPr/>
      <dgm:t>
        <a:bodyPr/>
        <a:lstStyle/>
        <a:p>
          <a:r>
            <a:rPr lang="en-IN" b="1"/>
            <a:t>Top Brands</a:t>
          </a:r>
          <a:endParaRPr lang="en-US"/>
        </a:p>
      </dgm:t>
    </dgm:pt>
    <dgm:pt modelId="{D7574DF4-B060-4892-803D-C5881DC79FB8}" type="parTrans" cxnId="{FF8BDB38-F24D-4C6E-93A8-298B0F4F5B74}">
      <dgm:prSet/>
      <dgm:spPr/>
      <dgm:t>
        <a:bodyPr/>
        <a:lstStyle/>
        <a:p>
          <a:endParaRPr lang="en-US"/>
        </a:p>
      </dgm:t>
    </dgm:pt>
    <dgm:pt modelId="{1E2E79E6-882A-4088-B2D7-8C3A20112C55}" type="sibTrans" cxnId="{FF8BDB38-F24D-4C6E-93A8-298B0F4F5B74}">
      <dgm:prSet/>
      <dgm:spPr/>
      <dgm:t>
        <a:bodyPr/>
        <a:lstStyle/>
        <a:p>
          <a:endParaRPr lang="en-US"/>
        </a:p>
      </dgm:t>
    </dgm:pt>
    <dgm:pt modelId="{8266D6E3-AC5A-4753-B0AB-321C14F5F272}">
      <dgm:prSet/>
      <dgm:spPr/>
      <dgm:t>
        <a:bodyPr/>
        <a:lstStyle/>
        <a:p>
          <a:r>
            <a:rPr lang="en-IN" b="1"/>
            <a:t>3. Geographical and Temporal Analysis:</a:t>
          </a:r>
          <a:endParaRPr lang="en-US"/>
        </a:p>
      </dgm:t>
    </dgm:pt>
    <dgm:pt modelId="{B25D1C23-F842-46F5-A4B0-3B67CCDDCD87}" type="parTrans" cxnId="{B34C93F3-D0C6-4CFD-9823-B52C1B163D75}">
      <dgm:prSet/>
      <dgm:spPr/>
      <dgm:t>
        <a:bodyPr/>
        <a:lstStyle/>
        <a:p>
          <a:endParaRPr lang="en-US"/>
        </a:p>
      </dgm:t>
    </dgm:pt>
    <dgm:pt modelId="{BC2EF6FC-28E5-43DC-9655-FFF3D4510769}" type="sibTrans" cxnId="{B34C93F3-D0C6-4CFD-9823-B52C1B163D75}">
      <dgm:prSet/>
      <dgm:spPr/>
      <dgm:t>
        <a:bodyPr/>
        <a:lstStyle/>
        <a:p>
          <a:endParaRPr lang="en-US"/>
        </a:p>
      </dgm:t>
    </dgm:pt>
    <dgm:pt modelId="{E699A7AE-33DA-4535-983A-73147F775236}">
      <dgm:prSet/>
      <dgm:spPr/>
      <dgm:t>
        <a:bodyPr/>
        <a:lstStyle/>
        <a:p>
          <a:r>
            <a:rPr lang="en-IN" b="1"/>
            <a:t>Revenue by Country</a:t>
          </a:r>
          <a:endParaRPr lang="en-US"/>
        </a:p>
      </dgm:t>
    </dgm:pt>
    <dgm:pt modelId="{8BCF43A8-C647-4BEE-BE6A-85998314F7A8}" type="parTrans" cxnId="{ADE5E47B-CA12-431A-B762-D5FAF2E01F61}">
      <dgm:prSet/>
      <dgm:spPr/>
      <dgm:t>
        <a:bodyPr/>
        <a:lstStyle/>
        <a:p>
          <a:endParaRPr lang="en-US"/>
        </a:p>
      </dgm:t>
    </dgm:pt>
    <dgm:pt modelId="{46207962-0FB4-4353-A1AB-07EDF0FF5316}" type="sibTrans" cxnId="{ADE5E47B-CA12-431A-B762-D5FAF2E01F61}">
      <dgm:prSet/>
      <dgm:spPr/>
      <dgm:t>
        <a:bodyPr/>
        <a:lstStyle/>
        <a:p>
          <a:endParaRPr lang="en-US"/>
        </a:p>
      </dgm:t>
    </dgm:pt>
    <dgm:pt modelId="{DA389464-6DFE-4DD2-88E1-48A33CFDC0DF}">
      <dgm:prSet/>
      <dgm:spPr/>
      <dgm:t>
        <a:bodyPr/>
        <a:lstStyle/>
        <a:p>
          <a:r>
            <a:rPr lang="en-IN"/>
            <a:t>4. </a:t>
          </a:r>
          <a:r>
            <a:rPr lang="en-IN" b="1"/>
            <a:t>Operational Efficiency:</a:t>
          </a:r>
          <a:endParaRPr lang="en-US"/>
        </a:p>
      </dgm:t>
    </dgm:pt>
    <dgm:pt modelId="{9C22F4C3-DE8B-4BBC-8DB6-2CE4C0F1B953}" type="parTrans" cxnId="{EADFE6CD-4FFA-434C-BD8B-2DC0839A4202}">
      <dgm:prSet/>
      <dgm:spPr/>
      <dgm:t>
        <a:bodyPr/>
        <a:lstStyle/>
        <a:p>
          <a:endParaRPr lang="en-US"/>
        </a:p>
      </dgm:t>
    </dgm:pt>
    <dgm:pt modelId="{5B01752B-F9F1-4DD7-834F-A7656870A340}" type="sibTrans" cxnId="{EADFE6CD-4FFA-434C-BD8B-2DC0839A4202}">
      <dgm:prSet/>
      <dgm:spPr/>
      <dgm:t>
        <a:bodyPr/>
        <a:lstStyle/>
        <a:p>
          <a:endParaRPr lang="en-US"/>
        </a:p>
      </dgm:t>
    </dgm:pt>
    <dgm:pt modelId="{723FDE52-90CC-429C-8573-67E8BF6D31AA}">
      <dgm:prSet/>
      <dgm:spPr/>
      <dgm:t>
        <a:bodyPr/>
        <a:lstStyle/>
        <a:p>
          <a:r>
            <a:rPr lang="en-IN" b="1"/>
            <a:t>Delivery Duration</a:t>
          </a:r>
          <a:endParaRPr lang="en-US"/>
        </a:p>
      </dgm:t>
    </dgm:pt>
    <dgm:pt modelId="{92247612-DCE0-427E-9246-0A24F1F3AD8B}" type="parTrans" cxnId="{6A3653B0-CD37-4237-8B09-C4773502426E}">
      <dgm:prSet/>
      <dgm:spPr/>
      <dgm:t>
        <a:bodyPr/>
        <a:lstStyle/>
        <a:p>
          <a:endParaRPr lang="en-US"/>
        </a:p>
      </dgm:t>
    </dgm:pt>
    <dgm:pt modelId="{68A91A87-2237-4A6E-919E-892772D8B7FA}" type="sibTrans" cxnId="{6A3653B0-CD37-4237-8B09-C4773502426E}">
      <dgm:prSet/>
      <dgm:spPr/>
      <dgm:t>
        <a:bodyPr/>
        <a:lstStyle/>
        <a:p>
          <a:endParaRPr lang="en-US"/>
        </a:p>
      </dgm:t>
    </dgm:pt>
    <dgm:pt modelId="{0946E3AC-8AFC-45BC-8C0B-8A099AC9C632}" type="pres">
      <dgm:prSet presAssocID="{4D305BC4-5BA4-4323-92E3-057839D5ACA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2C1AA6-7FF1-45EF-B2FD-336B84E53395}" type="pres">
      <dgm:prSet presAssocID="{CA52B7CF-1FDF-4CA1-AD7B-43C5DAFB2EC3}" presName="root" presStyleCnt="0"/>
      <dgm:spPr/>
    </dgm:pt>
    <dgm:pt modelId="{C0896BF3-DD33-40BC-A26D-DF35F287BF44}" type="pres">
      <dgm:prSet presAssocID="{CA52B7CF-1FDF-4CA1-AD7B-43C5DAFB2EC3}" presName="rootComposite" presStyleCnt="0"/>
      <dgm:spPr/>
    </dgm:pt>
    <dgm:pt modelId="{E0F9020B-29B9-4D76-A810-E76DBC21D722}" type="pres">
      <dgm:prSet presAssocID="{CA52B7CF-1FDF-4CA1-AD7B-43C5DAFB2EC3}" presName="rootText" presStyleLbl="node1" presStyleIdx="0" presStyleCnt="4"/>
      <dgm:spPr/>
    </dgm:pt>
    <dgm:pt modelId="{E28863D0-07FD-4751-B4EE-9557B9CA5467}" type="pres">
      <dgm:prSet presAssocID="{CA52B7CF-1FDF-4CA1-AD7B-43C5DAFB2EC3}" presName="rootConnector" presStyleLbl="node1" presStyleIdx="0" presStyleCnt="4"/>
      <dgm:spPr/>
    </dgm:pt>
    <dgm:pt modelId="{77DC5689-E6F8-45F7-A62C-7ABE10CB1EC7}" type="pres">
      <dgm:prSet presAssocID="{CA52B7CF-1FDF-4CA1-AD7B-43C5DAFB2EC3}" presName="childShape" presStyleCnt="0"/>
      <dgm:spPr/>
    </dgm:pt>
    <dgm:pt modelId="{6DF3EC17-5526-4148-99D7-F5AF4A6526ED}" type="pres">
      <dgm:prSet presAssocID="{6F3D98F4-0FE9-4FDB-A81A-A8E195B8FD7A}" presName="Name13" presStyleLbl="parChTrans1D2" presStyleIdx="0" presStyleCnt="7"/>
      <dgm:spPr/>
    </dgm:pt>
    <dgm:pt modelId="{2A270C86-DAFB-48D2-97D4-B2F83FE47548}" type="pres">
      <dgm:prSet presAssocID="{8E9209C2-60CE-4C6B-8C70-1C0F69811F01}" presName="childText" presStyleLbl="bgAcc1" presStyleIdx="0" presStyleCnt="7">
        <dgm:presLayoutVars>
          <dgm:bulletEnabled val="1"/>
        </dgm:presLayoutVars>
      </dgm:prSet>
      <dgm:spPr/>
    </dgm:pt>
    <dgm:pt modelId="{29D0CCBA-D40C-4110-B253-ED8E5D26C1E0}" type="pres">
      <dgm:prSet presAssocID="{09F38EA0-52EA-461C-85C4-5B6818BF50A7}" presName="Name13" presStyleLbl="parChTrans1D2" presStyleIdx="1" presStyleCnt="7"/>
      <dgm:spPr/>
    </dgm:pt>
    <dgm:pt modelId="{4827CF83-C07B-488A-8547-40371FA7879C}" type="pres">
      <dgm:prSet presAssocID="{7D2235AC-B0F8-4B52-8A99-FBE9258D93D5}" presName="childText" presStyleLbl="bgAcc1" presStyleIdx="1" presStyleCnt="7">
        <dgm:presLayoutVars>
          <dgm:bulletEnabled val="1"/>
        </dgm:presLayoutVars>
      </dgm:prSet>
      <dgm:spPr/>
    </dgm:pt>
    <dgm:pt modelId="{47C46183-E9C6-4A2F-AC66-BA6BA8682A7A}" type="pres">
      <dgm:prSet presAssocID="{91E18941-5B46-4EB1-B9E8-03FF4A3F6DFB}" presName="Name13" presStyleLbl="parChTrans1D2" presStyleIdx="2" presStyleCnt="7"/>
      <dgm:spPr/>
    </dgm:pt>
    <dgm:pt modelId="{BE11FF43-F844-4290-94B3-D06EAAD70569}" type="pres">
      <dgm:prSet presAssocID="{7FF9E445-C0DF-4D85-85FE-1E72FE7D0CB2}" presName="childText" presStyleLbl="bgAcc1" presStyleIdx="2" presStyleCnt="7">
        <dgm:presLayoutVars>
          <dgm:bulletEnabled val="1"/>
        </dgm:presLayoutVars>
      </dgm:prSet>
      <dgm:spPr/>
    </dgm:pt>
    <dgm:pt modelId="{C1B9B8AF-8690-4F7D-9737-AD217E2F4F92}" type="pres">
      <dgm:prSet presAssocID="{56F60772-639B-4E3C-9190-0BD6436E27C1}" presName="root" presStyleCnt="0"/>
      <dgm:spPr/>
    </dgm:pt>
    <dgm:pt modelId="{1F93D0FE-FFF4-4D0A-A5AB-DC9AD92F7372}" type="pres">
      <dgm:prSet presAssocID="{56F60772-639B-4E3C-9190-0BD6436E27C1}" presName="rootComposite" presStyleCnt="0"/>
      <dgm:spPr/>
    </dgm:pt>
    <dgm:pt modelId="{3D0708B2-0B09-4BE8-B98D-F22C71D6F209}" type="pres">
      <dgm:prSet presAssocID="{56F60772-639B-4E3C-9190-0BD6436E27C1}" presName="rootText" presStyleLbl="node1" presStyleIdx="1" presStyleCnt="4"/>
      <dgm:spPr/>
    </dgm:pt>
    <dgm:pt modelId="{D955E059-C652-416D-BFEF-7AD59810A6D1}" type="pres">
      <dgm:prSet presAssocID="{56F60772-639B-4E3C-9190-0BD6436E27C1}" presName="rootConnector" presStyleLbl="node1" presStyleIdx="1" presStyleCnt="4"/>
      <dgm:spPr/>
    </dgm:pt>
    <dgm:pt modelId="{D61F49CA-B4C0-40C8-BCD0-5CFEEF41665F}" type="pres">
      <dgm:prSet presAssocID="{56F60772-639B-4E3C-9190-0BD6436E27C1}" presName="childShape" presStyleCnt="0"/>
      <dgm:spPr/>
    </dgm:pt>
    <dgm:pt modelId="{81755E3D-D5DD-46D2-B069-B46382EC8F24}" type="pres">
      <dgm:prSet presAssocID="{A2FE6E9A-72AF-40FD-82CA-122CA5FE36D4}" presName="Name13" presStyleLbl="parChTrans1D2" presStyleIdx="3" presStyleCnt="7"/>
      <dgm:spPr/>
    </dgm:pt>
    <dgm:pt modelId="{7D220C1F-62FF-4D20-BA45-5211CD20AD55}" type="pres">
      <dgm:prSet presAssocID="{28D2D6D7-5769-44E6-8DD3-EEFAD1B760CF}" presName="childText" presStyleLbl="bgAcc1" presStyleIdx="3" presStyleCnt="7">
        <dgm:presLayoutVars>
          <dgm:bulletEnabled val="1"/>
        </dgm:presLayoutVars>
      </dgm:prSet>
      <dgm:spPr/>
    </dgm:pt>
    <dgm:pt modelId="{51FA4D02-1AD8-4702-81CC-27C2823FA498}" type="pres">
      <dgm:prSet presAssocID="{D7574DF4-B060-4892-803D-C5881DC79FB8}" presName="Name13" presStyleLbl="parChTrans1D2" presStyleIdx="4" presStyleCnt="7"/>
      <dgm:spPr/>
    </dgm:pt>
    <dgm:pt modelId="{3DF0CE24-6074-42F2-8012-7A4B0400937A}" type="pres">
      <dgm:prSet presAssocID="{CA68426E-8466-4437-B4EB-CA08EDE58D13}" presName="childText" presStyleLbl="bgAcc1" presStyleIdx="4" presStyleCnt="7">
        <dgm:presLayoutVars>
          <dgm:bulletEnabled val="1"/>
        </dgm:presLayoutVars>
      </dgm:prSet>
      <dgm:spPr/>
    </dgm:pt>
    <dgm:pt modelId="{5C31B821-44F7-4C03-ABF7-CCB8306A7446}" type="pres">
      <dgm:prSet presAssocID="{8266D6E3-AC5A-4753-B0AB-321C14F5F272}" presName="root" presStyleCnt="0"/>
      <dgm:spPr/>
    </dgm:pt>
    <dgm:pt modelId="{633A428A-58DD-4B4A-9A05-8D0BFA1375F9}" type="pres">
      <dgm:prSet presAssocID="{8266D6E3-AC5A-4753-B0AB-321C14F5F272}" presName="rootComposite" presStyleCnt="0"/>
      <dgm:spPr/>
    </dgm:pt>
    <dgm:pt modelId="{78F1A9B0-BF24-4F23-AC33-AD910069C260}" type="pres">
      <dgm:prSet presAssocID="{8266D6E3-AC5A-4753-B0AB-321C14F5F272}" presName="rootText" presStyleLbl="node1" presStyleIdx="2" presStyleCnt="4"/>
      <dgm:spPr/>
    </dgm:pt>
    <dgm:pt modelId="{B303B60D-B044-46C3-811C-E9E9EBFBEE98}" type="pres">
      <dgm:prSet presAssocID="{8266D6E3-AC5A-4753-B0AB-321C14F5F272}" presName="rootConnector" presStyleLbl="node1" presStyleIdx="2" presStyleCnt="4"/>
      <dgm:spPr/>
    </dgm:pt>
    <dgm:pt modelId="{66B7E332-15B7-4995-93A9-4771F672C483}" type="pres">
      <dgm:prSet presAssocID="{8266D6E3-AC5A-4753-B0AB-321C14F5F272}" presName="childShape" presStyleCnt="0"/>
      <dgm:spPr/>
    </dgm:pt>
    <dgm:pt modelId="{DB03D021-42A9-458E-8261-7182E28365F1}" type="pres">
      <dgm:prSet presAssocID="{8BCF43A8-C647-4BEE-BE6A-85998314F7A8}" presName="Name13" presStyleLbl="parChTrans1D2" presStyleIdx="5" presStyleCnt="7"/>
      <dgm:spPr/>
    </dgm:pt>
    <dgm:pt modelId="{8E9DE314-E57C-4CDF-81F0-902C4875CAF1}" type="pres">
      <dgm:prSet presAssocID="{E699A7AE-33DA-4535-983A-73147F775236}" presName="childText" presStyleLbl="bgAcc1" presStyleIdx="5" presStyleCnt="7">
        <dgm:presLayoutVars>
          <dgm:bulletEnabled val="1"/>
        </dgm:presLayoutVars>
      </dgm:prSet>
      <dgm:spPr/>
    </dgm:pt>
    <dgm:pt modelId="{939837E5-C0A9-4E3C-AB3F-6A9243060D09}" type="pres">
      <dgm:prSet presAssocID="{DA389464-6DFE-4DD2-88E1-48A33CFDC0DF}" presName="root" presStyleCnt="0"/>
      <dgm:spPr/>
    </dgm:pt>
    <dgm:pt modelId="{1D09E495-9FAF-47BD-B100-2A397B26BC8A}" type="pres">
      <dgm:prSet presAssocID="{DA389464-6DFE-4DD2-88E1-48A33CFDC0DF}" presName="rootComposite" presStyleCnt="0"/>
      <dgm:spPr/>
    </dgm:pt>
    <dgm:pt modelId="{2428666D-7828-44A6-80BE-72EEDC1F49F8}" type="pres">
      <dgm:prSet presAssocID="{DA389464-6DFE-4DD2-88E1-48A33CFDC0DF}" presName="rootText" presStyleLbl="node1" presStyleIdx="3" presStyleCnt="4"/>
      <dgm:spPr/>
    </dgm:pt>
    <dgm:pt modelId="{6F69ABB4-7F1B-4608-AA87-3599622FB717}" type="pres">
      <dgm:prSet presAssocID="{DA389464-6DFE-4DD2-88E1-48A33CFDC0DF}" presName="rootConnector" presStyleLbl="node1" presStyleIdx="3" presStyleCnt="4"/>
      <dgm:spPr/>
    </dgm:pt>
    <dgm:pt modelId="{594CF268-337F-4129-A1B7-354020B22C61}" type="pres">
      <dgm:prSet presAssocID="{DA389464-6DFE-4DD2-88E1-48A33CFDC0DF}" presName="childShape" presStyleCnt="0"/>
      <dgm:spPr/>
    </dgm:pt>
    <dgm:pt modelId="{19D230E3-2530-4D7D-89BD-DDD88B94BF17}" type="pres">
      <dgm:prSet presAssocID="{92247612-DCE0-427E-9246-0A24F1F3AD8B}" presName="Name13" presStyleLbl="parChTrans1D2" presStyleIdx="6" presStyleCnt="7"/>
      <dgm:spPr/>
    </dgm:pt>
    <dgm:pt modelId="{688212C8-F7A3-4D57-90CA-226016CCB2B4}" type="pres">
      <dgm:prSet presAssocID="{723FDE52-90CC-429C-8573-67E8BF6D31AA}" presName="childText" presStyleLbl="bgAcc1" presStyleIdx="6" presStyleCnt="7">
        <dgm:presLayoutVars>
          <dgm:bulletEnabled val="1"/>
        </dgm:presLayoutVars>
      </dgm:prSet>
      <dgm:spPr/>
    </dgm:pt>
  </dgm:ptLst>
  <dgm:cxnLst>
    <dgm:cxn modelId="{54FD8B01-3149-437D-A1DA-2ACA3D5A4322}" type="presOf" srcId="{56F60772-639B-4E3C-9190-0BD6436E27C1}" destId="{D955E059-C652-416D-BFEF-7AD59810A6D1}" srcOrd="1" destOrd="0" presId="urn:microsoft.com/office/officeart/2005/8/layout/hierarchy3"/>
    <dgm:cxn modelId="{1A87E41A-07C3-4E9B-A264-19001ECB68BD}" type="presOf" srcId="{6F3D98F4-0FE9-4FDB-A81A-A8E195B8FD7A}" destId="{6DF3EC17-5526-4148-99D7-F5AF4A6526ED}" srcOrd="0" destOrd="0" presId="urn:microsoft.com/office/officeart/2005/8/layout/hierarchy3"/>
    <dgm:cxn modelId="{FF8BDB38-F24D-4C6E-93A8-298B0F4F5B74}" srcId="{56F60772-639B-4E3C-9190-0BD6436E27C1}" destId="{CA68426E-8466-4437-B4EB-CA08EDE58D13}" srcOrd="1" destOrd="0" parTransId="{D7574DF4-B060-4892-803D-C5881DC79FB8}" sibTransId="{1E2E79E6-882A-4088-B2D7-8C3A20112C55}"/>
    <dgm:cxn modelId="{564DDC3F-1BC2-4DCA-A343-FCCD9AE28EF7}" type="presOf" srcId="{CA52B7CF-1FDF-4CA1-AD7B-43C5DAFB2EC3}" destId="{E0F9020B-29B9-4D76-A810-E76DBC21D722}" srcOrd="0" destOrd="0" presId="urn:microsoft.com/office/officeart/2005/8/layout/hierarchy3"/>
    <dgm:cxn modelId="{BBE04463-B7A1-4AEE-9B9F-6489E7D8D8A5}" srcId="{56F60772-639B-4E3C-9190-0BD6436E27C1}" destId="{28D2D6D7-5769-44E6-8DD3-EEFAD1B760CF}" srcOrd="0" destOrd="0" parTransId="{A2FE6E9A-72AF-40FD-82CA-122CA5FE36D4}" sibTransId="{7256B545-61C4-47D0-A5FC-577D9002194A}"/>
    <dgm:cxn modelId="{5712F747-5A5F-4E08-A789-CE946F5D8D54}" type="presOf" srcId="{CA52B7CF-1FDF-4CA1-AD7B-43C5DAFB2EC3}" destId="{E28863D0-07FD-4751-B4EE-9557B9CA5467}" srcOrd="1" destOrd="0" presId="urn:microsoft.com/office/officeart/2005/8/layout/hierarchy3"/>
    <dgm:cxn modelId="{1E2F3E4C-FBCB-4E62-9D2F-2C24A4E90BFA}" type="presOf" srcId="{09F38EA0-52EA-461C-85C4-5B6818BF50A7}" destId="{29D0CCBA-D40C-4110-B253-ED8E5D26C1E0}" srcOrd="0" destOrd="0" presId="urn:microsoft.com/office/officeart/2005/8/layout/hierarchy3"/>
    <dgm:cxn modelId="{ACBA794D-1781-4199-8542-1C53841A942C}" type="presOf" srcId="{7FF9E445-C0DF-4D85-85FE-1E72FE7D0CB2}" destId="{BE11FF43-F844-4290-94B3-D06EAAD70569}" srcOrd="0" destOrd="0" presId="urn:microsoft.com/office/officeart/2005/8/layout/hierarchy3"/>
    <dgm:cxn modelId="{691EEB6D-6E16-44F3-B902-D24CE656CBF1}" srcId="{4D305BC4-5BA4-4323-92E3-057839D5ACA1}" destId="{56F60772-639B-4E3C-9190-0BD6436E27C1}" srcOrd="1" destOrd="0" parTransId="{B13B9564-FF1D-4A2E-A0F8-1E2D7EF015EA}" sibTransId="{E68710A8-21C0-43C8-91A4-E1B2F4F62A74}"/>
    <dgm:cxn modelId="{4164C24F-E41A-4C09-9C2C-3578F490A68D}" type="presOf" srcId="{28D2D6D7-5769-44E6-8DD3-EEFAD1B760CF}" destId="{7D220C1F-62FF-4D20-BA45-5211CD20AD55}" srcOrd="0" destOrd="0" presId="urn:microsoft.com/office/officeart/2005/8/layout/hierarchy3"/>
    <dgm:cxn modelId="{87DE6D73-9FF5-46B7-B7CF-39B94144A0DB}" type="presOf" srcId="{DA389464-6DFE-4DD2-88E1-48A33CFDC0DF}" destId="{6F69ABB4-7F1B-4608-AA87-3599622FB717}" srcOrd="1" destOrd="0" presId="urn:microsoft.com/office/officeart/2005/8/layout/hierarchy3"/>
    <dgm:cxn modelId="{B2A9FF7A-2F7D-4D55-95FB-2DD0681727B1}" type="presOf" srcId="{91E18941-5B46-4EB1-B9E8-03FF4A3F6DFB}" destId="{47C46183-E9C6-4A2F-AC66-BA6BA8682A7A}" srcOrd="0" destOrd="0" presId="urn:microsoft.com/office/officeart/2005/8/layout/hierarchy3"/>
    <dgm:cxn modelId="{25B35F7B-33B3-4DAF-BBC0-3FB66645ADDF}" srcId="{CA52B7CF-1FDF-4CA1-AD7B-43C5DAFB2EC3}" destId="{8E9209C2-60CE-4C6B-8C70-1C0F69811F01}" srcOrd="0" destOrd="0" parTransId="{6F3D98F4-0FE9-4FDB-A81A-A8E195B8FD7A}" sibTransId="{018DB364-6375-4760-9B46-BA5BBA64BCD4}"/>
    <dgm:cxn modelId="{ADE5E47B-CA12-431A-B762-D5FAF2E01F61}" srcId="{8266D6E3-AC5A-4753-B0AB-321C14F5F272}" destId="{E699A7AE-33DA-4535-983A-73147F775236}" srcOrd="0" destOrd="0" parTransId="{8BCF43A8-C647-4BEE-BE6A-85998314F7A8}" sibTransId="{46207962-0FB4-4353-A1AB-07EDF0FF5316}"/>
    <dgm:cxn modelId="{98D91A7D-EA34-433A-9A92-3C57C8680ECF}" type="presOf" srcId="{56F60772-639B-4E3C-9190-0BD6436E27C1}" destId="{3D0708B2-0B09-4BE8-B98D-F22C71D6F209}" srcOrd="0" destOrd="0" presId="urn:microsoft.com/office/officeart/2005/8/layout/hierarchy3"/>
    <dgm:cxn modelId="{579CCA88-CA7A-420C-893C-FD663B7EB0E8}" type="presOf" srcId="{E699A7AE-33DA-4535-983A-73147F775236}" destId="{8E9DE314-E57C-4CDF-81F0-902C4875CAF1}" srcOrd="0" destOrd="0" presId="urn:microsoft.com/office/officeart/2005/8/layout/hierarchy3"/>
    <dgm:cxn modelId="{703CB28D-49F7-44C1-82D6-96B235806ABA}" type="presOf" srcId="{7D2235AC-B0F8-4B52-8A99-FBE9258D93D5}" destId="{4827CF83-C07B-488A-8547-40371FA7879C}" srcOrd="0" destOrd="0" presId="urn:microsoft.com/office/officeart/2005/8/layout/hierarchy3"/>
    <dgm:cxn modelId="{791103A8-2FF0-4004-8C10-747E1FB90E2C}" type="presOf" srcId="{92247612-DCE0-427E-9246-0A24F1F3AD8B}" destId="{19D230E3-2530-4D7D-89BD-DDD88B94BF17}" srcOrd="0" destOrd="0" presId="urn:microsoft.com/office/officeart/2005/8/layout/hierarchy3"/>
    <dgm:cxn modelId="{DBFE02AC-7ED1-4B69-87AA-DFDDE537F2F7}" type="presOf" srcId="{8266D6E3-AC5A-4753-B0AB-321C14F5F272}" destId="{78F1A9B0-BF24-4F23-AC33-AD910069C260}" srcOrd="0" destOrd="0" presId="urn:microsoft.com/office/officeart/2005/8/layout/hierarchy3"/>
    <dgm:cxn modelId="{9D1A97AF-AC47-4694-88E9-2286C3723E62}" type="presOf" srcId="{CA68426E-8466-4437-B4EB-CA08EDE58D13}" destId="{3DF0CE24-6074-42F2-8012-7A4B0400937A}" srcOrd="0" destOrd="0" presId="urn:microsoft.com/office/officeart/2005/8/layout/hierarchy3"/>
    <dgm:cxn modelId="{6744E0AF-D8F0-4849-AA7E-57253638E677}" srcId="{CA52B7CF-1FDF-4CA1-AD7B-43C5DAFB2EC3}" destId="{7FF9E445-C0DF-4D85-85FE-1E72FE7D0CB2}" srcOrd="2" destOrd="0" parTransId="{91E18941-5B46-4EB1-B9E8-03FF4A3F6DFB}" sibTransId="{4BDE22F1-615F-4128-839E-44AA469A91BA}"/>
    <dgm:cxn modelId="{6A3653B0-CD37-4237-8B09-C4773502426E}" srcId="{DA389464-6DFE-4DD2-88E1-48A33CFDC0DF}" destId="{723FDE52-90CC-429C-8573-67E8BF6D31AA}" srcOrd="0" destOrd="0" parTransId="{92247612-DCE0-427E-9246-0A24F1F3AD8B}" sibTransId="{68A91A87-2237-4A6E-919E-892772D8B7FA}"/>
    <dgm:cxn modelId="{5971F9B0-79E1-49EA-85F8-5C34B25F4141}" type="presOf" srcId="{4D305BC4-5BA4-4323-92E3-057839D5ACA1}" destId="{0946E3AC-8AFC-45BC-8C0B-8A099AC9C632}" srcOrd="0" destOrd="0" presId="urn:microsoft.com/office/officeart/2005/8/layout/hierarchy3"/>
    <dgm:cxn modelId="{F64B0CBC-01DD-45F6-B98A-1EF412651EF8}" type="presOf" srcId="{8266D6E3-AC5A-4753-B0AB-321C14F5F272}" destId="{B303B60D-B044-46C3-811C-E9E9EBFBEE98}" srcOrd="1" destOrd="0" presId="urn:microsoft.com/office/officeart/2005/8/layout/hierarchy3"/>
    <dgm:cxn modelId="{2E71F5BD-FF1F-40D2-80B1-30AE904E8462}" type="presOf" srcId="{D7574DF4-B060-4892-803D-C5881DC79FB8}" destId="{51FA4D02-1AD8-4702-81CC-27C2823FA498}" srcOrd="0" destOrd="0" presId="urn:microsoft.com/office/officeart/2005/8/layout/hierarchy3"/>
    <dgm:cxn modelId="{38E68ECB-F09F-499D-8202-49FE81B5C7C6}" type="presOf" srcId="{A2FE6E9A-72AF-40FD-82CA-122CA5FE36D4}" destId="{81755E3D-D5DD-46D2-B069-B46382EC8F24}" srcOrd="0" destOrd="0" presId="urn:microsoft.com/office/officeart/2005/8/layout/hierarchy3"/>
    <dgm:cxn modelId="{EADFE6CD-4FFA-434C-BD8B-2DC0839A4202}" srcId="{4D305BC4-5BA4-4323-92E3-057839D5ACA1}" destId="{DA389464-6DFE-4DD2-88E1-48A33CFDC0DF}" srcOrd="3" destOrd="0" parTransId="{9C22F4C3-DE8B-4BBC-8DB6-2CE4C0F1B953}" sibTransId="{5B01752B-F9F1-4DD7-834F-A7656870A340}"/>
    <dgm:cxn modelId="{C5DD4BD0-5860-40A5-B081-71C7E0E89D70}" srcId="{4D305BC4-5BA4-4323-92E3-057839D5ACA1}" destId="{CA52B7CF-1FDF-4CA1-AD7B-43C5DAFB2EC3}" srcOrd="0" destOrd="0" parTransId="{82B350FC-0475-44E7-B438-712021916431}" sibTransId="{99EA44D8-F889-4257-A74B-20BD6A705638}"/>
    <dgm:cxn modelId="{7BCE62D9-082D-4D3F-9FDB-BD98831C88D3}" type="presOf" srcId="{8BCF43A8-C647-4BEE-BE6A-85998314F7A8}" destId="{DB03D021-42A9-458E-8261-7182E28365F1}" srcOrd="0" destOrd="0" presId="urn:microsoft.com/office/officeart/2005/8/layout/hierarchy3"/>
    <dgm:cxn modelId="{61822EE2-E0BC-4758-8D74-A52681F17CDF}" type="presOf" srcId="{723FDE52-90CC-429C-8573-67E8BF6D31AA}" destId="{688212C8-F7A3-4D57-90CA-226016CCB2B4}" srcOrd="0" destOrd="0" presId="urn:microsoft.com/office/officeart/2005/8/layout/hierarchy3"/>
    <dgm:cxn modelId="{28BB23E5-95D6-4F87-B46C-A656B522652E}" srcId="{CA52B7CF-1FDF-4CA1-AD7B-43C5DAFB2EC3}" destId="{7D2235AC-B0F8-4B52-8A99-FBE9258D93D5}" srcOrd="1" destOrd="0" parTransId="{09F38EA0-52EA-461C-85C4-5B6818BF50A7}" sibTransId="{F6A25E18-E951-41A5-BFEB-437A26F06D2F}"/>
    <dgm:cxn modelId="{B34C93F3-D0C6-4CFD-9823-B52C1B163D75}" srcId="{4D305BC4-5BA4-4323-92E3-057839D5ACA1}" destId="{8266D6E3-AC5A-4753-B0AB-321C14F5F272}" srcOrd="2" destOrd="0" parTransId="{B25D1C23-F842-46F5-A4B0-3B67CCDDCD87}" sibTransId="{BC2EF6FC-28E5-43DC-9655-FFF3D4510769}"/>
    <dgm:cxn modelId="{DC09CAF7-C39A-4CEE-87EC-0B2853D0F957}" type="presOf" srcId="{8E9209C2-60CE-4C6B-8C70-1C0F69811F01}" destId="{2A270C86-DAFB-48D2-97D4-B2F83FE47548}" srcOrd="0" destOrd="0" presId="urn:microsoft.com/office/officeart/2005/8/layout/hierarchy3"/>
    <dgm:cxn modelId="{FEDD7FFA-B5AF-454D-8934-125DDD9AFB6A}" type="presOf" srcId="{DA389464-6DFE-4DD2-88E1-48A33CFDC0DF}" destId="{2428666D-7828-44A6-80BE-72EEDC1F49F8}" srcOrd="0" destOrd="0" presId="urn:microsoft.com/office/officeart/2005/8/layout/hierarchy3"/>
    <dgm:cxn modelId="{F44D3D3D-4043-4ACE-AD2C-53EF74BFE17A}" type="presParOf" srcId="{0946E3AC-8AFC-45BC-8C0B-8A099AC9C632}" destId="{1F2C1AA6-7FF1-45EF-B2FD-336B84E53395}" srcOrd="0" destOrd="0" presId="urn:microsoft.com/office/officeart/2005/8/layout/hierarchy3"/>
    <dgm:cxn modelId="{60F9BBCF-9A6E-4B2B-A8D3-D4E039FA3AA8}" type="presParOf" srcId="{1F2C1AA6-7FF1-45EF-B2FD-336B84E53395}" destId="{C0896BF3-DD33-40BC-A26D-DF35F287BF44}" srcOrd="0" destOrd="0" presId="urn:microsoft.com/office/officeart/2005/8/layout/hierarchy3"/>
    <dgm:cxn modelId="{AB5EF97A-6AF3-42A8-A806-3A0987F703E8}" type="presParOf" srcId="{C0896BF3-DD33-40BC-A26D-DF35F287BF44}" destId="{E0F9020B-29B9-4D76-A810-E76DBC21D722}" srcOrd="0" destOrd="0" presId="urn:microsoft.com/office/officeart/2005/8/layout/hierarchy3"/>
    <dgm:cxn modelId="{4744B2FF-1DF3-438A-A6EC-5E39A5BF4BA2}" type="presParOf" srcId="{C0896BF3-DD33-40BC-A26D-DF35F287BF44}" destId="{E28863D0-07FD-4751-B4EE-9557B9CA5467}" srcOrd="1" destOrd="0" presId="urn:microsoft.com/office/officeart/2005/8/layout/hierarchy3"/>
    <dgm:cxn modelId="{86B3EE93-C005-44FB-AFEC-0EC44847B92C}" type="presParOf" srcId="{1F2C1AA6-7FF1-45EF-B2FD-336B84E53395}" destId="{77DC5689-E6F8-45F7-A62C-7ABE10CB1EC7}" srcOrd="1" destOrd="0" presId="urn:microsoft.com/office/officeart/2005/8/layout/hierarchy3"/>
    <dgm:cxn modelId="{36ACA691-7930-4A81-BEA7-157F91FD269D}" type="presParOf" srcId="{77DC5689-E6F8-45F7-A62C-7ABE10CB1EC7}" destId="{6DF3EC17-5526-4148-99D7-F5AF4A6526ED}" srcOrd="0" destOrd="0" presId="urn:microsoft.com/office/officeart/2005/8/layout/hierarchy3"/>
    <dgm:cxn modelId="{FDB0DC7A-FD4A-4A39-9DC8-84501BC8057B}" type="presParOf" srcId="{77DC5689-E6F8-45F7-A62C-7ABE10CB1EC7}" destId="{2A270C86-DAFB-48D2-97D4-B2F83FE47548}" srcOrd="1" destOrd="0" presId="urn:microsoft.com/office/officeart/2005/8/layout/hierarchy3"/>
    <dgm:cxn modelId="{2399E232-7075-4453-9829-990699DCE2B6}" type="presParOf" srcId="{77DC5689-E6F8-45F7-A62C-7ABE10CB1EC7}" destId="{29D0CCBA-D40C-4110-B253-ED8E5D26C1E0}" srcOrd="2" destOrd="0" presId="urn:microsoft.com/office/officeart/2005/8/layout/hierarchy3"/>
    <dgm:cxn modelId="{7F5FBBED-FEAC-4658-AC84-70C4D1459D17}" type="presParOf" srcId="{77DC5689-E6F8-45F7-A62C-7ABE10CB1EC7}" destId="{4827CF83-C07B-488A-8547-40371FA7879C}" srcOrd="3" destOrd="0" presId="urn:microsoft.com/office/officeart/2005/8/layout/hierarchy3"/>
    <dgm:cxn modelId="{CA19A6E8-7C66-45CF-8A20-B300E4C9AB35}" type="presParOf" srcId="{77DC5689-E6F8-45F7-A62C-7ABE10CB1EC7}" destId="{47C46183-E9C6-4A2F-AC66-BA6BA8682A7A}" srcOrd="4" destOrd="0" presId="urn:microsoft.com/office/officeart/2005/8/layout/hierarchy3"/>
    <dgm:cxn modelId="{403F6916-2D87-493F-9FBB-1C97F8D1E78F}" type="presParOf" srcId="{77DC5689-E6F8-45F7-A62C-7ABE10CB1EC7}" destId="{BE11FF43-F844-4290-94B3-D06EAAD70569}" srcOrd="5" destOrd="0" presId="urn:microsoft.com/office/officeart/2005/8/layout/hierarchy3"/>
    <dgm:cxn modelId="{EDBC3F45-9CDF-4C87-A4C3-8AFB06057B1C}" type="presParOf" srcId="{0946E3AC-8AFC-45BC-8C0B-8A099AC9C632}" destId="{C1B9B8AF-8690-4F7D-9737-AD217E2F4F92}" srcOrd="1" destOrd="0" presId="urn:microsoft.com/office/officeart/2005/8/layout/hierarchy3"/>
    <dgm:cxn modelId="{166DA121-C6D1-4469-B55E-8B437B07147D}" type="presParOf" srcId="{C1B9B8AF-8690-4F7D-9737-AD217E2F4F92}" destId="{1F93D0FE-FFF4-4D0A-A5AB-DC9AD92F7372}" srcOrd="0" destOrd="0" presId="urn:microsoft.com/office/officeart/2005/8/layout/hierarchy3"/>
    <dgm:cxn modelId="{FDDDF795-2E0C-4DAB-A554-A54A71D60D2F}" type="presParOf" srcId="{1F93D0FE-FFF4-4D0A-A5AB-DC9AD92F7372}" destId="{3D0708B2-0B09-4BE8-B98D-F22C71D6F209}" srcOrd="0" destOrd="0" presId="urn:microsoft.com/office/officeart/2005/8/layout/hierarchy3"/>
    <dgm:cxn modelId="{B410C3BD-BC17-455C-94D5-9010FB9491E9}" type="presParOf" srcId="{1F93D0FE-FFF4-4D0A-A5AB-DC9AD92F7372}" destId="{D955E059-C652-416D-BFEF-7AD59810A6D1}" srcOrd="1" destOrd="0" presId="urn:microsoft.com/office/officeart/2005/8/layout/hierarchy3"/>
    <dgm:cxn modelId="{CADBC840-2600-4855-8747-012DD1D840E6}" type="presParOf" srcId="{C1B9B8AF-8690-4F7D-9737-AD217E2F4F92}" destId="{D61F49CA-B4C0-40C8-BCD0-5CFEEF41665F}" srcOrd="1" destOrd="0" presId="urn:microsoft.com/office/officeart/2005/8/layout/hierarchy3"/>
    <dgm:cxn modelId="{FC6EF646-D844-431C-A64A-927A6FFBC31E}" type="presParOf" srcId="{D61F49CA-B4C0-40C8-BCD0-5CFEEF41665F}" destId="{81755E3D-D5DD-46D2-B069-B46382EC8F24}" srcOrd="0" destOrd="0" presId="urn:microsoft.com/office/officeart/2005/8/layout/hierarchy3"/>
    <dgm:cxn modelId="{3E5F9DC4-BF34-4CD7-A1A9-28A71652A7DA}" type="presParOf" srcId="{D61F49CA-B4C0-40C8-BCD0-5CFEEF41665F}" destId="{7D220C1F-62FF-4D20-BA45-5211CD20AD55}" srcOrd="1" destOrd="0" presId="urn:microsoft.com/office/officeart/2005/8/layout/hierarchy3"/>
    <dgm:cxn modelId="{97DCC8CB-9257-451C-8234-C2229205CA12}" type="presParOf" srcId="{D61F49CA-B4C0-40C8-BCD0-5CFEEF41665F}" destId="{51FA4D02-1AD8-4702-81CC-27C2823FA498}" srcOrd="2" destOrd="0" presId="urn:microsoft.com/office/officeart/2005/8/layout/hierarchy3"/>
    <dgm:cxn modelId="{F8C048A1-592E-409E-ADFA-DB677351AD18}" type="presParOf" srcId="{D61F49CA-B4C0-40C8-BCD0-5CFEEF41665F}" destId="{3DF0CE24-6074-42F2-8012-7A4B0400937A}" srcOrd="3" destOrd="0" presId="urn:microsoft.com/office/officeart/2005/8/layout/hierarchy3"/>
    <dgm:cxn modelId="{1D57D245-5B55-41D9-9242-5ADBB6D1EA6D}" type="presParOf" srcId="{0946E3AC-8AFC-45BC-8C0B-8A099AC9C632}" destId="{5C31B821-44F7-4C03-ABF7-CCB8306A7446}" srcOrd="2" destOrd="0" presId="urn:microsoft.com/office/officeart/2005/8/layout/hierarchy3"/>
    <dgm:cxn modelId="{595BFE51-EA22-4945-9195-7F66F26FF8F0}" type="presParOf" srcId="{5C31B821-44F7-4C03-ABF7-CCB8306A7446}" destId="{633A428A-58DD-4B4A-9A05-8D0BFA1375F9}" srcOrd="0" destOrd="0" presId="urn:microsoft.com/office/officeart/2005/8/layout/hierarchy3"/>
    <dgm:cxn modelId="{AF2E7C4E-8145-412F-BD7F-437FB4B71D19}" type="presParOf" srcId="{633A428A-58DD-4B4A-9A05-8D0BFA1375F9}" destId="{78F1A9B0-BF24-4F23-AC33-AD910069C260}" srcOrd="0" destOrd="0" presId="urn:microsoft.com/office/officeart/2005/8/layout/hierarchy3"/>
    <dgm:cxn modelId="{5F9C316A-9FA1-4956-B173-98CC63274416}" type="presParOf" srcId="{633A428A-58DD-4B4A-9A05-8D0BFA1375F9}" destId="{B303B60D-B044-46C3-811C-E9E9EBFBEE98}" srcOrd="1" destOrd="0" presId="urn:microsoft.com/office/officeart/2005/8/layout/hierarchy3"/>
    <dgm:cxn modelId="{6185B467-B088-4807-B9CE-1533FD156F0D}" type="presParOf" srcId="{5C31B821-44F7-4C03-ABF7-CCB8306A7446}" destId="{66B7E332-15B7-4995-93A9-4771F672C483}" srcOrd="1" destOrd="0" presId="urn:microsoft.com/office/officeart/2005/8/layout/hierarchy3"/>
    <dgm:cxn modelId="{AFC19B19-0A7F-4048-91D1-7F457409CC68}" type="presParOf" srcId="{66B7E332-15B7-4995-93A9-4771F672C483}" destId="{DB03D021-42A9-458E-8261-7182E28365F1}" srcOrd="0" destOrd="0" presId="urn:microsoft.com/office/officeart/2005/8/layout/hierarchy3"/>
    <dgm:cxn modelId="{07ACBEB3-626E-4351-BF7E-7D59F0388B5C}" type="presParOf" srcId="{66B7E332-15B7-4995-93A9-4771F672C483}" destId="{8E9DE314-E57C-4CDF-81F0-902C4875CAF1}" srcOrd="1" destOrd="0" presId="urn:microsoft.com/office/officeart/2005/8/layout/hierarchy3"/>
    <dgm:cxn modelId="{194AB972-B015-4F44-A85B-74B2DFAF4328}" type="presParOf" srcId="{0946E3AC-8AFC-45BC-8C0B-8A099AC9C632}" destId="{939837E5-C0A9-4E3C-AB3F-6A9243060D09}" srcOrd="3" destOrd="0" presId="urn:microsoft.com/office/officeart/2005/8/layout/hierarchy3"/>
    <dgm:cxn modelId="{8AE54E4F-F7F2-4454-906B-17198ABAF23C}" type="presParOf" srcId="{939837E5-C0A9-4E3C-AB3F-6A9243060D09}" destId="{1D09E495-9FAF-47BD-B100-2A397B26BC8A}" srcOrd="0" destOrd="0" presId="urn:microsoft.com/office/officeart/2005/8/layout/hierarchy3"/>
    <dgm:cxn modelId="{8976EC22-29BF-4D2D-A767-8DD2B8A3A4DE}" type="presParOf" srcId="{1D09E495-9FAF-47BD-B100-2A397B26BC8A}" destId="{2428666D-7828-44A6-80BE-72EEDC1F49F8}" srcOrd="0" destOrd="0" presId="urn:microsoft.com/office/officeart/2005/8/layout/hierarchy3"/>
    <dgm:cxn modelId="{0780A195-7CC1-468B-A666-7F78E16DEED3}" type="presParOf" srcId="{1D09E495-9FAF-47BD-B100-2A397B26BC8A}" destId="{6F69ABB4-7F1B-4608-AA87-3599622FB717}" srcOrd="1" destOrd="0" presId="urn:microsoft.com/office/officeart/2005/8/layout/hierarchy3"/>
    <dgm:cxn modelId="{C11D56A8-C90B-4D42-ABAA-6E8F3E4D438E}" type="presParOf" srcId="{939837E5-C0A9-4E3C-AB3F-6A9243060D09}" destId="{594CF268-337F-4129-A1B7-354020B22C61}" srcOrd="1" destOrd="0" presId="urn:microsoft.com/office/officeart/2005/8/layout/hierarchy3"/>
    <dgm:cxn modelId="{9BF2E9B8-6245-4B5D-8338-019F08EDF29C}" type="presParOf" srcId="{594CF268-337F-4129-A1B7-354020B22C61}" destId="{19D230E3-2530-4D7D-89BD-DDD88B94BF17}" srcOrd="0" destOrd="0" presId="urn:microsoft.com/office/officeart/2005/8/layout/hierarchy3"/>
    <dgm:cxn modelId="{EE0CCBDF-40DE-4888-9C71-6830FBDADEAE}" type="presParOf" srcId="{594CF268-337F-4129-A1B7-354020B22C61}" destId="{688212C8-F7A3-4D57-90CA-226016CCB2B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AD4F1-6071-4F4F-A146-8E9B7F48514B}">
      <dsp:nvSpPr>
        <dsp:cNvPr id="0" name=""/>
        <dsp:cNvSpPr/>
      </dsp:nvSpPr>
      <dsp:spPr>
        <a:xfrm>
          <a:off x="0" y="4522536"/>
          <a:ext cx="6364224" cy="9894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Salient Stats:</a:t>
          </a:r>
        </a:p>
      </dsp:txBody>
      <dsp:txXfrm>
        <a:off x="0" y="4522536"/>
        <a:ext cx="6364224" cy="534287"/>
      </dsp:txXfrm>
    </dsp:sp>
    <dsp:sp modelId="{F4CA7874-4CEA-4E6F-9C79-C22691219C3E}">
      <dsp:nvSpPr>
        <dsp:cNvPr id="0" name=""/>
        <dsp:cNvSpPr/>
      </dsp:nvSpPr>
      <dsp:spPr>
        <a:xfrm>
          <a:off x="0" y="5037035"/>
          <a:ext cx="3182112" cy="45513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Tables : 5</a:t>
          </a:r>
        </a:p>
      </dsp:txBody>
      <dsp:txXfrm>
        <a:off x="0" y="5037035"/>
        <a:ext cx="3182112" cy="455133"/>
      </dsp:txXfrm>
    </dsp:sp>
    <dsp:sp modelId="{C6A297C2-E4A9-49B7-8003-B4E3B690D359}">
      <dsp:nvSpPr>
        <dsp:cNvPr id="0" name=""/>
        <dsp:cNvSpPr/>
      </dsp:nvSpPr>
      <dsp:spPr>
        <a:xfrm>
          <a:off x="3182112" y="5037035"/>
          <a:ext cx="3182112" cy="45513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Customers : 16k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Transactions : 63k</a:t>
          </a:r>
        </a:p>
      </dsp:txBody>
      <dsp:txXfrm>
        <a:off x="3182112" y="5037035"/>
        <a:ext cx="3182112" cy="455133"/>
      </dsp:txXfrm>
    </dsp:sp>
    <dsp:sp modelId="{5C513192-B1C6-4C78-BA8A-A9A093BFC178}">
      <dsp:nvSpPr>
        <dsp:cNvPr id="0" name=""/>
        <dsp:cNvSpPr/>
      </dsp:nvSpPr>
      <dsp:spPr>
        <a:xfrm rot="10800000">
          <a:off x="0" y="3015649"/>
          <a:ext cx="6364224" cy="1521728"/>
        </a:xfrm>
        <a:prstGeom prst="upArrowCallou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Good for applying SQL concepts to extract information, analyse data and infer trends. </a:t>
          </a:r>
          <a:endParaRPr lang="en-US" sz="1700" kern="1200"/>
        </a:p>
      </dsp:txBody>
      <dsp:txXfrm rot="10800000">
        <a:off x="0" y="3015649"/>
        <a:ext cx="6364224" cy="988773"/>
      </dsp:txXfrm>
    </dsp:sp>
    <dsp:sp modelId="{E74CC35D-0C87-48DF-9C5F-42D1CDE57822}">
      <dsp:nvSpPr>
        <dsp:cNvPr id="0" name=""/>
        <dsp:cNvSpPr/>
      </dsp:nvSpPr>
      <dsp:spPr>
        <a:xfrm rot="10800000">
          <a:off x="0" y="1508761"/>
          <a:ext cx="6364224" cy="1521728"/>
        </a:xfrm>
        <a:prstGeom prst="upArrowCallou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Tables include transactions, products, customers, stores, and currency exchange rates, for a period of 6 years in different countries, states, and cities.</a:t>
          </a:r>
        </a:p>
      </dsp:txBody>
      <dsp:txXfrm rot="10800000">
        <a:off x="0" y="1508761"/>
        <a:ext cx="6364224" cy="988773"/>
      </dsp:txXfrm>
    </dsp:sp>
    <dsp:sp modelId="{FD8D9D93-22C4-4B26-BFA2-0A6CAE774BB4}">
      <dsp:nvSpPr>
        <dsp:cNvPr id="0" name=""/>
        <dsp:cNvSpPr/>
      </dsp:nvSpPr>
      <dsp:spPr>
        <a:xfrm rot="10800000">
          <a:off x="0" y="1874"/>
          <a:ext cx="6364224" cy="1521728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about various parameters of a global electronics retailer.</a:t>
          </a:r>
        </a:p>
      </dsp:txBody>
      <dsp:txXfrm rot="10800000">
        <a:off x="0" y="1874"/>
        <a:ext cx="6364224" cy="988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14162-5B19-43CD-AF90-35CF2E5F4393}">
      <dsp:nvSpPr>
        <dsp:cNvPr id="0" name=""/>
        <dsp:cNvSpPr/>
      </dsp:nvSpPr>
      <dsp:spPr>
        <a:xfrm>
          <a:off x="334178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67F75-044A-4E07-9F83-AE12C31A0B1A}">
      <dsp:nvSpPr>
        <dsp:cNvPr id="0" name=""/>
        <dsp:cNvSpPr/>
      </dsp:nvSpPr>
      <dsp:spPr>
        <a:xfrm>
          <a:off x="53984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EAD49-4BF3-4648-AE7A-2FA0A6A4E04A}">
      <dsp:nvSpPr>
        <dsp:cNvPr id="0" name=""/>
        <dsp:cNvSpPr/>
      </dsp:nvSpPr>
      <dsp:spPr>
        <a:xfrm>
          <a:off x="2568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Customer Analysis.</a:t>
          </a:r>
          <a:endParaRPr lang="en-US" sz="1500" kern="1200"/>
        </a:p>
      </dsp:txBody>
      <dsp:txXfrm>
        <a:off x="25682" y="1265836"/>
        <a:ext cx="1582031" cy="632812"/>
      </dsp:txXfrm>
    </dsp:sp>
    <dsp:sp modelId="{17B90191-E193-4F15-A7FC-0E69C8636779}">
      <dsp:nvSpPr>
        <dsp:cNvPr id="0" name=""/>
        <dsp:cNvSpPr/>
      </dsp:nvSpPr>
      <dsp:spPr>
        <a:xfrm>
          <a:off x="2193064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C3372-4E78-44BC-9482-3FB5278C44AB}">
      <dsp:nvSpPr>
        <dsp:cNvPr id="0" name=""/>
        <dsp:cNvSpPr/>
      </dsp:nvSpPr>
      <dsp:spPr>
        <a:xfrm>
          <a:off x="2398728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8293A-7C99-4424-BAA0-C115D53DBD31}">
      <dsp:nvSpPr>
        <dsp:cNvPr id="0" name=""/>
        <dsp:cNvSpPr/>
      </dsp:nvSpPr>
      <dsp:spPr>
        <a:xfrm>
          <a:off x="188456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Financial Analysis.</a:t>
          </a:r>
          <a:endParaRPr lang="en-US" sz="1500" kern="1200"/>
        </a:p>
      </dsp:txBody>
      <dsp:txXfrm>
        <a:off x="1884568" y="1265836"/>
        <a:ext cx="1582031" cy="632812"/>
      </dsp:txXfrm>
    </dsp:sp>
    <dsp:sp modelId="{E34C6042-F7B3-45C3-8496-1137FD602F7F}">
      <dsp:nvSpPr>
        <dsp:cNvPr id="0" name=""/>
        <dsp:cNvSpPr/>
      </dsp:nvSpPr>
      <dsp:spPr>
        <a:xfrm>
          <a:off x="4051951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A666A6-6B64-4A4D-BF75-B532CD79CBC3}">
      <dsp:nvSpPr>
        <dsp:cNvPr id="0" name=""/>
        <dsp:cNvSpPr/>
      </dsp:nvSpPr>
      <dsp:spPr>
        <a:xfrm>
          <a:off x="4257615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B426B-0E2F-498F-9A00-D773E8C72F30}">
      <dsp:nvSpPr>
        <dsp:cNvPr id="0" name=""/>
        <dsp:cNvSpPr/>
      </dsp:nvSpPr>
      <dsp:spPr>
        <a:xfrm>
          <a:off x="374345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Sales Quantity and Volume.</a:t>
          </a:r>
          <a:endParaRPr lang="en-US" sz="1500" kern="1200"/>
        </a:p>
      </dsp:txBody>
      <dsp:txXfrm>
        <a:off x="3743455" y="1265836"/>
        <a:ext cx="1582031" cy="632812"/>
      </dsp:txXfrm>
    </dsp:sp>
    <dsp:sp modelId="{E7C217FF-2FCC-4285-ABEF-CA176BCC7564}">
      <dsp:nvSpPr>
        <dsp:cNvPr id="0" name=""/>
        <dsp:cNvSpPr/>
      </dsp:nvSpPr>
      <dsp:spPr>
        <a:xfrm>
          <a:off x="5910838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C9CE6-9894-425F-A901-9D6E92431591}">
      <dsp:nvSpPr>
        <dsp:cNvPr id="0" name=""/>
        <dsp:cNvSpPr/>
      </dsp:nvSpPr>
      <dsp:spPr>
        <a:xfrm>
          <a:off x="611650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F7FFD-6A9F-4AB4-85C7-D265A3C86504}">
      <dsp:nvSpPr>
        <dsp:cNvPr id="0" name=""/>
        <dsp:cNvSpPr/>
      </dsp:nvSpPr>
      <dsp:spPr>
        <a:xfrm>
          <a:off x="560234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Product Category Analysis.</a:t>
          </a:r>
          <a:endParaRPr lang="en-US" sz="1500" kern="1200"/>
        </a:p>
      </dsp:txBody>
      <dsp:txXfrm>
        <a:off x="5602342" y="1265836"/>
        <a:ext cx="1582031" cy="632812"/>
      </dsp:txXfrm>
    </dsp:sp>
    <dsp:sp modelId="{D9A8D2B2-6F83-462C-889C-97ED57D404A2}">
      <dsp:nvSpPr>
        <dsp:cNvPr id="0" name=""/>
        <dsp:cNvSpPr/>
      </dsp:nvSpPr>
      <dsp:spPr>
        <a:xfrm>
          <a:off x="7769725" y="211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4A2AE-4201-433E-9F90-1656F452E7FD}">
      <dsp:nvSpPr>
        <dsp:cNvPr id="0" name=""/>
        <dsp:cNvSpPr/>
      </dsp:nvSpPr>
      <dsp:spPr>
        <a:xfrm>
          <a:off x="797538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531DE-12D5-4C6B-8AF8-A7A92B09445C}">
      <dsp:nvSpPr>
        <dsp:cNvPr id="0" name=""/>
        <dsp:cNvSpPr/>
      </dsp:nvSpPr>
      <dsp:spPr>
        <a:xfrm>
          <a:off x="746122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Channel Analysis.</a:t>
          </a:r>
          <a:endParaRPr lang="en-US" sz="1500" kern="1200"/>
        </a:p>
      </dsp:txBody>
      <dsp:txXfrm>
        <a:off x="7461228" y="1265836"/>
        <a:ext cx="1582031" cy="632812"/>
      </dsp:txXfrm>
    </dsp:sp>
    <dsp:sp modelId="{A835D4EA-549A-4FF1-8628-0CC93461BEE9}">
      <dsp:nvSpPr>
        <dsp:cNvPr id="0" name=""/>
        <dsp:cNvSpPr/>
      </dsp:nvSpPr>
      <dsp:spPr>
        <a:xfrm>
          <a:off x="9628611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8E0AB-1CD0-4CAE-B22C-A793A65978A2}">
      <dsp:nvSpPr>
        <dsp:cNvPr id="0" name=""/>
        <dsp:cNvSpPr/>
      </dsp:nvSpPr>
      <dsp:spPr>
        <a:xfrm>
          <a:off x="9834275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AE623-7CD0-462B-AE1E-7438ECC838AF}">
      <dsp:nvSpPr>
        <dsp:cNvPr id="0" name=""/>
        <dsp:cNvSpPr/>
      </dsp:nvSpPr>
      <dsp:spPr>
        <a:xfrm>
          <a:off x="932011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Geographic Analysis.</a:t>
          </a:r>
          <a:endParaRPr lang="en-US" sz="1500" kern="1200"/>
        </a:p>
      </dsp:txBody>
      <dsp:txXfrm>
        <a:off x="9320115" y="1265836"/>
        <a:ext cx="1582031" cy="632812"/>
      </dsp:txXfrm>
    </dsp:sp>
    <dsp:sp modelId="{37A9CCB7-814D-44F1-A033-FF007893E2E3}">
      <dsp:nvSpPr>
        <dsp:cNvPr id="0" name=""/>
        <dsp:cNvSpPr/>
      </dsp:nvSpPr>
      <dsp:spPr>
        <a:xfrm>
          <a:off x="4981394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505AB-DCF5-4323-BFE3-018241C98704}">
      <dsp:nvSpPr>
        <dsp:cNvPr id="0" name=""/>
        <dsp:cNvSpPr/>
      </dsp:nvSpPr>
      <dsp:spPr>
        <a:xfrm>
          <a:off x="5187059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B85FA-9B39-404E-8741-6D01B5DBF2B1}">
      <dsp:nvSpPr>
        <dsp:cNvPr id="0" name=""/>
        <dsp:cNvSpPr/>
      </dsp:nvSpPr>
      <dsp:spPr>
        <a:xfrm>
          <a:off x="4672898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Time Based Analysis.</a:t>
          </a:r>
          <a:br>
            <a:rPr lang="en-US" sz="1500" b="0" i="0" kern="1200"/>
          </a:br>
          <a:endParaRPr lang="en-US" sz="1500" kern="1200"/>
        </a:p>
      </dsp:txBody>
      <dsp:txXfrm>
        <a:off x="4672898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924D8-3440-49B6-9D85-2CD285451250}">
      <dsp:nvSpPr>
        <dsp:cNvPr id="0" name=""/>
        <dsp:cNvSpPr/>
      </dsp:nvSpPr>
      <dsp:spPr>
        <a:xfrm>
          <a:off x="0" y="2149"/>
          <a:ext cx="7065559" cy="10896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18CFD-A95D-4C6D-A013-912B3988D842}">
      <dsp:nvSpPr>
        <dsp:cNvPr id="0" name=""/>
        <dsp:cNvSpPr/>
      </dsp:nvSpPr>
      <dsp:spPr>
        <a:xfrm>
          <a:off x="329605" y="247311"/>
          <a:ext cx="599282" cy="5992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CC115-695C-495C-891D-B8C15055AFE8}">
      <dsp:nvSpPr>
        <dsp:cNvPr id="0" name=""/>
        <dsp:cNvSpPr/>
      </dsp:nvSpPr>
      <dsp:spPr>
        <a:xfrm>
          <a:off x="1258494" y="2149"/>
          <a:ext cx="3179501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Check and Fill NULL Values</a:t>
          </a:r>
          <a:endParaRPr lang="en-US" sz="2200" kern="1200" dirty="0"/>
        </a:p>
      </dsp:txBody>
      <dsp:txXfrm>
        <a:off x="1258494" y="2149"/>
        <a:ext cx="3179501" cy="1089605"/>
      </dsp:txXfrm>
    </dsp:sp>
    <dsp:sp modelId="{8803DBE8-B160-4962-A4A1-C611D3206A19}">
      <dsp:nvSpPr>
        <dsp:cNvPr id="0" name=""/>
        <dsp:cNvSpPr/>
      </dsp:nvSpPr>
      <dsp:spPr>
        <a:xfrm>
          <a:off x="4437995" y="2149"/>
          <a:ext cx="2627563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4437995" y="2149"/>
        <a:ext cx="2627563" cy="1089605"/>
      </dsp:txXfrm>
    </dsp:sp>
    <dsp:sp modelId="{D042D72E-61D1-4ED3-B803-B50068F2EC80}">
      <dsp:nvSpPr>
        <dsp:cNvPr id="0" name=""/>
        <dsp:cNvSpPr/>
      </dsp:nvSpPr>
      <dsp:spPr>
        <a:xfrm>
          <a:off x="0" y="1364156"/>
          <a:ext cx="7065559" cy="10896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DBDB5-BCA3-4B26-A1B1-CC039181679E}">
      <dsp:nvSpPr>
        <dsp:cNvPr id="0" name=""/>
        <dsp:cNvSpPr/>
      </dsp:nvSpPr>
      <dsp:spPr>
        <a:xfrm>
          <a:off x="329605" y="1609317"/>
          <a:ext cx="599282" cy="5992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14115-E1D3-4A94-877A-857C13163F43}">
      <dsp:nvSpPr>
        <dsp:cNvPr id="0" name=""/>
        <dsp:cNvSpPr/>
      </dsp:nvSpPr>
      <dsp:spPr>
        <a:xfrm>
          <a:off x="1258494" y="1364156"/>
          <a:ext cx="3179501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Format Dates</a:t>
          </a:r>
          <a:endParaRPr lang="en-US" sz="2200" kern="1200" dirty="0"/>
        </a:p>
      </dsp:txBody>
      <dsp:txXfrm>
        <a:off x="1258494" y="1364156"/>
        <a:ext cx="3179501" cy="1089605"/>
      </dsp:txXfrm>
    </dsp:sp>
    <dsp:sp modelId="{10F51D2F-41EB-B741-A0C4-F4EC15B83409}">
      <dsp:nvSpPr>
        <dsp:cNvPr id="0" name=""/>
        <dsp:cNvSpPr/>
      </dsp:nvSpPr>
      <dsp:spPr>
        <a:xfrm>
          <a:off x="4437995" y="1364156"/>
          <a:ext cx="2627563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4437995" y="1364156"/>
        <a:ext cx="2627563" cy="1089605"/>
      </dsp:txXfrm>
    </dsp:sp>
    <dsp:sp modelId="{809D8CFD-5A3D-4FF1-BF83-41128EC4DF07}">
      <dsp:nvSpPr>
        <dsp:cNvPr id="0" name=""/>
        <dsp:cNvSpPr/>
      </dsp:nvSpPr>
      <dsp:spPr>
        <a:xfrm>
          <a:off x="0" y="2726163"/>
          <a:ext cx="7065559" cy="10896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411EF-C50F-49FF-B836-DCED84762346}">
      <dsp:nvSpPr>
        <dsp:cNvPr id="0" name=""/>
        <dsp:cNvSpPr/>
      </dsp:nvSpPr>
      <dsp:spPr>
        <a:xfrm>
          <a:off x="329605" y="2971324"/>
          <a:ext cx="599282" cy="5992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E370B-38BD-4D09-9A36-7B792663702A}">
      <dsp:nvSpPr>
        <dsp:cNvPr id="0" name=""/>
        <dsp:cNvSpPr/>
      </dsp:nvSpPr>
      <dsp:spPr>
        <a:xfrm>
          <a:off x="1258494" y="2726163"/>
          <a:ext cx="3179501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Duplicates Checks</a:t>
          </a:r>
          <a:endParaRPr lang="en-US" sz="2200" kern="1200" dirty="0"/>
        </a:p>
      </dsp:txBody>
      <dsp:txXfrm>
        <a:off x="1258494" y="2726163"/>
        <a:ext cx="3179501" cy="1089605"/>
      </dsp:txXfrm>
    </dsp:sp>
    <dsp:sp modelId="{255C38F7-C209-3147-91A2-5E3E9DF3DC12}">
      <dsp:nvSpPr>
        <dsp:cNvPr id="0" name=""/>
        <dsp:cNvSpPr/>
      </dsp:nvSpPr>
      <dsp:spPr>
        <a:xfrm>
          <a:off x="4437995" y="2726163"/>
          <a:ext cx="2627563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4437995" y="2726163"/>
        <a:ext cx="2627563" cy="1089605"/>
      </dsp:txXfrm>
    </dsp:sp>
    <dsp:sp modelId="{91CFC461-A080-41EA-B383-8C7933D7FC8B}">
      <dsp:nvSpPr>
        <dsp:cNvPr id="0" name=""/>
        <dsp:cNvSpPr/>
      </dsp:nvSpPr>
      <dsp:spPr>
        <a:xfrm>
          <a:off x="0" y="4088169"/>
          <a:ext cx="7065559" cy="10896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3AADA-A692-4A4A-847C-C4DCAA4185FB}">
      <dsp:nvSpPr>
        <dsp:cNvPr id="0" name=""/>
        <dsp:cNvSpPr/>
      </dsp:nvSpPr>
      <dsp:spPr>
        <a:xfrm>
          <a:off x="329605" y="4333331"/>
          <a:ext cx="599282" cy="5992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B46F2-6B0A-452E-8E66-604E2DE99839}">
      <dsp:nvSpPr>
        <dsp:cNvPr id="0" name=""/>
        <dsp:cNvSpPr/>
      </dsp:nvSpPr>
      <dsp:spPr>
        <a:xfrm>
          <a:off x="1258494" y="4088169"/>
          <a:ext cx="3179501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Filling Missing Values</a:t>
          </a:r>
          <a:endParaRPr lang="en-US" sz="2200" kern="1200" dirty="0"/>
        </a:p>
      </dsp:txBody>
      <dsp:txXfrm>
        <a:off x="1258494" y="4088169"/>
        <a:ext cx="3179501" cy="1089605"/>
      </dsp:txXfrm>
    </dsp:sp>
    <dsp:sp modelId="{F43760FC-9B4B-4B4D-B9F4-0A8D187A6D81}">
      <dsp:nvSpPr>
        <dsp:cNvPr id="0" name=""/>
        <dsp:cNvSpPr/>
      </dsp:nvSpPr>
      <dsp:spPr>
        <a:xfrm>
          <a:off x="4437995" y="4088169"/>
          <a:ext cx="2627563" cy="108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17" tIns="115317" rIns="115317" bIns="1153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4437995" y="4088169"/>
        <a:ext cx="2627563" cy="1089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9020B-29B9-4D76-A810-E76DBC21D722}">
      <dsp:nvSpPr>
        <dsp:cNvPr id="0" name=""/>
        <dsp:cNvSpPr/>
      </dsp:nvSpPr>
      <dsp:spPr>
        <a:xfrm>
          <a:off x="1312845" y="1960"/>
          <a:ext cx="1661033" cy="8305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1.  Revenue and Profit Distribution:</a:t>
          </a:r>
          <a:endParaRPr lang="en-US" sz="1700" kern="1200"/>
        </a:p>
      </dsp:txBody>
      <dsp:txXfrm>
        <a:off x="1337170" y="26285"/>
        <a:ext cx="1612383" cy="781866"/>
      </dsp:txXfrm>
    </dsp:sp>
    <dsp:sp modelId="{6DF3EC17-5526-4148-99D7-F5AF4A6526ED}">
      <dsp:nvSpPr>
        <dsp:cNvPr id="0" name=""/>
        <dsp:cNvSpPr/>
      </dsp:nvSpPr>
      <dsp:spPr>
        <a:xfrm>
          <a:off x="1478948" y="832477"/>
          <a:ext cx="166103" cy="622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887"/>
              </a:lnTo>
              <a:lnTo>
                <a:pt x="166103" y="6228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270C86-DAFB-48D2-97D4-B2F83FE47548}">
      <dsp:nvSpPr>
        <dsp:cNvPr id="0" name=""/>
        <dsp:cNvSpPr/>
      </dsp:nvSpPr>
      <dsp:spPr>
        <a:xfrm>
          <a:off x="1645052" y="1040106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Total Revenue</a:t>
          </a:r>
          <a:endParaRPr lang="en-US" sz="1700" kern="1200"/>
        </a:p>
      </dsp:txBody>
      <dsp:txXfrm>
        <a:off x="1669377" y="1064431"/>
        <a:ext cx="1280176" cy="781866"/>
      </dsp:txXfrm>
    </dsp:sp>
    <dsp:sp modelId="{29D0CCBA-D40C-4110-B253-ED8E5D26C1E0}">
      <dsp:nvSpPr>
        <dsp:cNvPr id="0" name=""/>
        <dsp:cNvSpPr/>
      </dsp:nvSpPr>
      <dsp:spPr>
        <a:xfrm>
          <a:off x="1478948" y="832477"/>
          <a:ext cx="166103" cy="1661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1033"/>
              </a:lnTo>
              <a:lnTo>
                <a:pt x="166103" y="166103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27CF83-C07B-488A-8547-40371FA7879C}">
      <dsp:nvSpPr>
        <dsp:cNvPr id="0" name=""/>
        <dsp:cNvSpPr/>
      </dsp:nvSpPr>
      <dsp:spPr>
        <a:xfrm>
          <a:off x="1645052" y="2078252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Top-performing Countries</a:t>
          </a:r>
          <a:endParaRPr lang="en-US" sz="1700" kern="1200"/>
        </a:p>
      </dsp:txBody>
      <dsp:txXfrm>
        <a:off x="1669377" y="2102577"/>
        <a:ext cx="1280176" cy="781866"/>
      </dsp:txXfrm>
    </dsp:sp>
    <dsp:sp modelId="{47C46183-E9C6-4A2F-AC66-BA6BA8682A7A}">
      <dsp:nvSpPr>
        <dsp:cNvPr id="0" name=""/>
        <dsp:cNvSpPr/>
      </dsp:nvSpPr>
      <dsp:spPr>
        <a:xfrm>
          <a:off x="1478948" y="832477"/>
          <a:ext cx="166103" cy="2699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9179"/>
              </a:lnTo>
              <a:lnTo>
                <a:pt x="166103" y="26991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1FF43-F844-4290-94B3-D06EAAD70569}">
      <dsp:nvSpPr>
        <dsp:cNvPr id="0" name=""/>
        <dsp:cNvSpPr/>
      </dsp:nvSpPr>
      <dsp:spPr>
        <a:xfrm>
          <a:off x="1645052" y="3116398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Revenue by Store Type</a:t>
          </a:r>
          <a:endParaRPr lang="en-US" sz="1700" kern="1200"/>
        </a:p>
      </dsp:txBody>
      <dsp:txXfrm>
        <a:off x="1669377" y="3140723"/>
        <a:ext cx="1280176" cy="781866"/>
      </dsp:txXfrm>
    </dsp:sp>
    <dsp:sp modelId="{3D0708B2-0B09-4BE8-B98D-F22C71D6F209}">
      <dsp:nvSpPr>
        <dsp:cNvPr id="0" name=""/>
        <dsp:cNvSpPr/>
      </dsp:nvSpPr>
      <dsp:spPr>
        <a:xfrm>
          <a:off x="3389137" y="1960"/>
          <a:ext cx="1661033" cy="8305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2. Customer and Product Insights:</a:t>
          </a:r>
          <a:endParaRPr lang="en-US" sz="1700" kern="1200"/>
        </a:p>
      </dsp:txBody>
      <dsp:txXfrm>
        <a:off x="3413462" y="26285"/>
        <a:ext cx="1612383" cy="781866"/>
      </dsp:txXfrm>
    </dsp:sp>
    <dsp:sp modelId="{81755E3D-D5DD-46D2-B069-B46382EC8F24}">
      <dsp:nvSpPr>
        <dsp:cNvPr id="0" name=""/>
        <dsp:cNvSpPr/>
      </dsp:nvSpPr>
      <dsp:spPr>
        <a:xfrm>
          <a:off x="3555240" y="832477"/>
          <a:ext cx="166103" cy="622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887"/>
              </a:lnTo>
              <a:lnTo>
                <a:pt x="166103" y="6228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20C1F-62FF-4D20-BA45-5211CD20AD55}">
      <dsp:nvSpPr>
        <dsp:cNvPr id="0" name=""/>
        <dsp:cNvSpPr/>
      </dsp:nvSpPr>
      <dsp:spPr>
        <a:xfrm>
          <a:off x="3721344" y="1040106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Top Customers</a:t>
          </a:r>
          <a:endParaRPr lang="en-US" sz="1700" kern="1200"/>
        </a:p>
      </dsp:txBody>
      <dsp:txXfrm>
        <a:off x="3745669" y="1064431"/>
        <a:ext cx="1280176" cy="781866"/>
      </dsp:txXfrm>
    </dsp:sp>
    <dsp:sp modelId="{51FA4D02-1AD8-4702-81CC-27C2823FA498}">
      <dsp:nvSpPr>
        <dsp:cNvPr id="0" name=""/>
        <dsp:cNvSpPr/>
      </dsp:nvSpPr>
      <dsp:spPr>
        <a:xfrm>
          <a:off x="3555240" y="832477"/>
          <a:ext cx="166103" cy="1661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1033"/>
              </a:lnTo>
              <a:lnTo>
                <a:pt x="166103" y="166103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0CE24-6074-42F2-8012-7A4B0400937A}">
      <dsp:nvSpPr>
        <dsp:cNvPr id="0" name=""/>
        <dsp:cNvSpPr/>
      </dsp:nvSpPr>
      <dsp:spPr>
        <a:xfrm>
          <a:off x="3721344" y="2078252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Top Brands</a:t>
          </a:r>
          <a:endParaRPr lang="en-US" sz="1700" kern="1200"/>
        </a:p>
      </dsp:txBody>
      <dsp:txXfrm>
        <a:off x="3745669" y="2102577"/>
        <a:ext cx="1280176" cy="781866"/>
      </dsp:txXfrm>
    </dsp:sp>
    <dsp:sp modelId="{78F1A9B0-BF24-4F23-AC33-AD910069C260}">
      <dsp:nvSpPr>
        <dsp:cNvPr id="0" name=""/>
        <dsp:cNvSpPr/>
      </dsp:nvSpPr>
      <dsp:spPr>
        <a:xfrm>
          <a:off x="5465429" y="1960"/>
          <a:ext cx="1661033" cy="8305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3. Geographical and Temporal Analysis:</a:t>
          </a:r>
          <a:endParaRPr lang="en-US" sz="1700" kern="1200"/>
        </a:p>
      </dsp:txBody>
      <dsp:txXfrm>
        <a:off x="5489754" y="26285"/>
        <a:ext cx="1612383" cy="781866"/>
      </dsp:txXfrm>
    </dsp:sp>
    <dsp:sp modelId="{DB03D021-42A9-458E-8261-7182E28365F1}">
      <dsp:nvSpPr>
        <dsp:cNvPr id="0" name=""/>
        <dsp:cNvSpPr/>
      </dsp:nvSpPr>
      <dsp:spPr>
        <a:xfrm>
          <a:off x="5631532" y="832477"/>
          <a:ext cx="166103" cy="622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887"/>
              </a:lnTo>
              <a:lnTo>
                <a:pt x="166103" y="6228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9DE314-E57C-4CDF-81F0-902C4875CAF1}">
      <dsp:nvSpPr>
        <dsp:cNvPr id="0" name=""/>
        <dsp:cNvSpPr/>
      </dsp:nvSpPr>
      <dsp:spPr>
        <a:xfrm>
          <a:off x="5797635" y="1040106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Revenue by Country</a:t>
          </a:r>
          <a:endParaRPr lang="en-US" sz="1700" kern="1200"/>
        </a:p>
      </dsp:txBody>
      <dsp:txXfrm>
        <a:off x="5821960" y="1064431"/>
        <a:ext cx="1280176" cy="781866"/>
      </dsp:txXfrm>
    </dsp:sp>
    <dsp:sp modelId="{2428666D-7828-44A6-80BE-72EEDC1F49F8}">
      <dsp:nvSpPr>
        <dsp:cNvPr id="0" name=""/>
        <dsp:cNvSpPr/>
      </dsp:nvSpPr>
      <dsp:spPr>
        <a:xfrm>
          <a:off x="7541721" y="1960"/>
          <a:ext cx="1661033" cy="83051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4. </a:t>
          </a:r>
          <a:r>
            <a:rPr lang="en-IN" sz="1700" b="1" kern="1200"/>
            <a:t>Operational Efficiency:</a:t>
          </a:r>
          <a:endParaRPr lang="en-US" sz="1700" kern="1200"/>
        </a:p>
      </dsp:txBody>
      <dsp:txXfrm>
        <a:off x="7566046" y="26285"/>
        <a:ext cx="1612383" cy="781866"/>
      </dsp:txXfrm>
    </dsp:sp>
    <dsp:sp modelId="{19D230E3-2530-4D7D-89BD-DDD88B94BF17}">
      <dsp:nvSpPr>
        <dsp:cNvPr id="0" name=""/>
        <dsp:cNvSpPr/>
      </dsp:nvSpPr>
      <dsp:spPr>
        <a:xfrm>
          <a:off x="7707824" y="832477"/>
          <a:ext cx="166103" cy="622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2887"/>
              </a:lnTo>
              <a:lnTo>
                <a:pt x="166103" y="6228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212C8-F7A3-4D57-90CA-226016CCB2B4}">
      <dsp:nvSpPr>
        <dsp:cNvPr id="0" name=""/>
        <dsp:cNvSpPr/>
      </dsp:nvSpPr>
      <dsp:spPr>
        <a:xfrm>
          <a:off x="7873927" y="1040106"/>
          <a:ext cx="1328826" cy="830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Delivery Duration</a:t>
          </a:r>
          <a:endParaRPr lang="en-US" sz="1700" kern="1200"/>
        </a:p>
      </dsp:txBody>
      <dsp:txXfrm>
        <a:off x="7898252" y="1064431"/>
        <a:ext cx="1280176" cy="781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3F1B1-3FFA-024D-8DE7-9F043C651728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1BCF-70BE-6744-A347-7CFD76C2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0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06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00FE0-FCD7-AFD6-4166-A878A4D4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61821-70F2-27A0-08CD-751A5E04B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C8D6D-5456-0EC3-2C79-EE3DDF505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71CD9-54AE-2B3A-BD83-28E57D0CF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7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Perform EDA</a:t>
            </a:r>
          </a:p>
          <a:p>
            <a:r>
              <a:rPr lang="en-IN" i="1" dirty="0"/>
              <a:t>We explored the distribution of review scores, frequent keywords in review text, and correlations between review length, sentiment, and star ratings—revealing core patterns in user perception.</a:t>
            </a:r>
            <a:endParaRPr lang="en-IN" dirty="0"/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✅ Clean and Preprocess the Data</a:t>
            </a:r>
          </a:p>
          <a:p>
            <a:r>
              <a:rPr lang="en-IN" i="1" dirty="0"/>
              <a:t>We handled missing values, parsed timestamp fields into datetime format, removed duplicates, and standardized text fields to ensure accurate and consistent analysis.</a:t>
            </a:r>
            <a:endParaRPr lang="en-IN" dirty="0"/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✅ Use Advanced Python Techniques to Extract Insights</a:t>
            </a:r>
          </a:p>
          <a:p>
            <a:r>
              <a:rPr lang="en-IN" i="1" dirty="0"/>
              <a:t>We used lambda functions to classify reviews into sentiment categories, list comprehensions to identify apps with consistently low ratings, and custom functions to compute sentiment trends over time.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80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49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755F-351D-6ACE-F42E-4F6BCEB2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DA309-925A-4502-E556-F23CC6AD7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B9D26-B651-DE08-6A0D-1DB72EEC1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73917-0315-147B-8E5C-30F443843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61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6AA3-7BC8-3289-9341-801C0FC3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CA41C-D3BB-4080-6392-54A8573B9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D9727-287C-458A-DE72-14678B0EB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5F37-C71C-9B88-89F4-E0E2C3BB4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1BCF-70BE-6744-A347-7CFD76C2E1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98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35CF-CED1-0B34-1840-DD620F29A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7F15B-6710-223D-1D15-15B3A08F5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26D8D-B4D9-A790-1C33-1464CB6A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5518-524B-2943-A1E3-E9635D71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9F53-1B9D-0322-D2FD-84417BAC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6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D64C-6572-4D0C-2891-A3FCAE62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9946-CCBA-2448-9D3A-F71C2C130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CE7E-EDD2-3071-E9CA-2D7E975E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08D05-4449-78B2-926B-6730019F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EBE92-0C79-4FB2-3047-EE631BCE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8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5740-3E64-F710-8F5C-F5FE42DB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E123-460A-F0C5-2A42-FB9841ADC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0C8EF-ED00-F3EF-AB31-4C185F01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265E5-548E-2FA3-E01D-4D687322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4079-E882-4D2F-EA65-C80F4D3B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2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B8AE-2913-5D85-962C-C48D22F6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A00B-02D1-1EB9-BC5F-223D16716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2D03E-840F-BD18-6F1B-BA3BA5DB0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AF382-E5D4-56A7-6593-4EEA38C8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64352-7E19-248C-680E-75608E39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03EAA-F59A-AD5A-B3E1-6B027DDD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2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C778-F0A0-6446-5626-F31DE0D2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F841-2BD4-BB2B-9BE3-F2A2AA6F0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68888-AE2F-54F6-C495-514B970C3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51EC2-AA37-6C31-04D0-3B1577F95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3F48C-B66A-D8A6-15AD-848A7AF6C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78480-F63B-F65A-BD42-E71CFCB7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F3F5D-F612-1CC1-E311-14164ED5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39424-D040-E4C0-89B2-C7253EB7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1E4E-9F4B-B622-049F-405D953C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E6602-EC42-6CB0-3E44-B0416648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3B4E9-D535-48D4-B54C-3BBC787C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4858-4D06-5BE2-D5B6-3CF8C6D1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D50E0-429A-DF51-A8B8-5BFDE376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F5189-5654-337D-4B8E-7A1CDCD3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5209C-4F4D-3540-CF3D-7B502C8C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2FA1-6173-7207-AC20-4619E2FF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B65-66D9-08A0-9D62-F17F6781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24DAD-66A5-3244-1ADB-25E1727AC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3C7B9-CA57-E8E9-ADD6-749B7900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4542A-A24C-5F51-4D76-ECDE6EF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1B4A9-6F7F-0FE2-6985-58A02421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4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05B8-3782-711D-CB3C-C0A50ABF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2BD08-D2F6-1C45-62A1-32244A8A8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06BE2-B0AB-BD02-DAC4-C5E9BEDEE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28291-E99E-B2B9-05AB-CB33DFDE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E4880-3752-D089-F49C-4B6E2B3C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6ED09-BBF7-E74C-5BB8-A1CB3E14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3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24C9-0EB1-3F3E-458B-0006BAAF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8E36B-890A-CF49-2578-B07B2EEA0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97C76-C62B-FB8F-6F2E-1EDAE873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3A5AF-35B1-3FFB-5B4D-5E7C91CD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D262E-24C6-67AF-3503-D6EDE440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0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56681-BF24-54B7-6B6A-050473175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B5CFB-E436-72FD-919D-BD6456973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E5A9F-955E-FF8E-30B4-A00FC623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27B18-980A-E02E-AD6E-9E7A6254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83BC7-7B93-41E8-5D87-161A1AC6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73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13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73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1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5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77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70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48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19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28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6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31713-81FD-79FE-0EC0-5A44C6D6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60A6A-6286-D9C8-F282-0B0D2F14B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CF27F-1B5E-F1FE-A87E-988211A35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E6EA-8178-5395-6514-951DF6AA2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EA7B2-2668-3AD4-B099-63AEF7255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12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3B589C4-E71E-6B40-8C79-CDD2D7DE9E21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DFD9FC0-3453-FD41-9AE6-CE3D36950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5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24A65-1799-0739-1BC1-7F99DDDD2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56444" cy="3255264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IN">
                <a:solidFill>
                  <a:schemeClr val="accent1"/>
                </a:solidFill>
              </a:rPr>
              <a:t>SQL Mini Project Submission</a:t>
            </a:r>
            <a:r>
              <a:rPr lang="en-US" spc="-60">
                <a:solidFill>
                  <a:schemeClr val="accent1"/>
                </a:solidFill>
              </a:rPr>
              <a:t>– Mini 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EBAA-759B-D9D8-6CAE-CC9A1D044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702" y="4084889"/>
            <a:ext cx="3021621" cy="1709159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1400" b="1" dirty="0">
                <a:solidFill>
                  <a:srgbClr val="FFFFFF"/>
                </a:solidFill>
              </a:rPr>
              <a:t>Authors</a:t>
            </a:r>
          </a:p>
          <a:p>
            <a:pPr indent="-182880" algn="r">
              <a:buFont typeface="Wingdings 2" pitchFamily="18" charset="2"/>
              <a:buChar char=""/>
            </a:pPr>
            <a:r>
              <a:rPr lang="en-US" sz="1400" dirty="0">
                <a:solidFill>
                  <a:srgbClr val="FFFFFF"/>
                </a:solidFill>
              </a:rPr>
              <a:t>Jyothsna R</a:t>
            </a:r>
          </a:p>
          <a:p>
            <a:pPr indent="-182880" algn="r">
              <a:buFont typeface="Wingdings 2" pitchFamily="18" charset="2"/>
              <a:buChar char=""/>
            </a:pPr>
            <a:r>
              <a:rPr lang="en-US" sz="1400" dirty="0">
                <a:solidFill>
                  <a:srgbClr val="FFFFFF"/>
                </a:solidFill>
              </a:rPr>
              <a:t>Madhuri S</a:t>
            </a:r>
          </a:p>
          <a:p>
            <a:pPr indent="-182880" algn="r">
              <a:buFont typeface="Wingdings 2" pitchFamily="18" charset="2"/>
              <a:buChar char=""/>
            </a:pPr>
            <a:r>
              <a:rPr lang="en-US" sz="1400" dirty="0">
                <a:solidFill>
                  <a:srgbClr val="FFFFFF"/>
                </a:solidFill>
              </a:rPr>
              <a:t>Nirmal Prabhakar</a:t>
            </a:r>
          </a:p>
          <a:p>
            <a:pPr marL="0" indent="-182880" algn="r">
              <a:buFont typeface="Wingdings 2" pitchFamily="18" charset="2"/>
              <a:buChar char=""/>
            </a:pPr>
            <a:r>
              <a:rPr lang="en-US" sz="1400" dirty="0">
                <a:solidFill>
                  <a:srgbClr val="FFFFFF"/>
                </a:solidFill>
              </a:rPr>
              <a:t>Praveen Kumar Sharma</a:t>
            </a:r>
          </a:p>
        </p:txBody>
      </p:sp>
    </p:spTree>
    <p:extLst>
      <p:ext uri="{BB962C8B-B14F-4D97-AF65-F5344CB8AC3E}">
        <p14:creationId xmlns:p14="http://schemas.microsoft.com/office/powerpoint/2010/main" val="151863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85FFA-340D-8E3C-8ED2-463C8D85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EA243-04AF-1117-2BD2-695E218F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– Global Electronics Retailer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5" name="TextBox 5">
            <a:extLst>
              <a:ext uri="{FF2B5EF4-FFF2-40B4-BE49-F238E27FC236}">
                <a16:creationId xmlns:a16="http://schemas.microsoft.com/office/drawing/2014/main" id="{CAFF82CF-D36F-E027-723C-C18FF1A79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46996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778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2ACCD-12B7-47B1-ADA6-52CD8C68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9FD71-6872-8A9A-5207-F0B3077D4C45}"/>
              </a:ext>
            </a:extLst>
          </p:cNvPr>
          <p:cNvSpPr txBox="1"/>
          <p:nvPr/>
        </p:nvSpPr>
        <p:spPr>
          <a:xfrm>
            <a:off x="1692948" y="1121553"/>
            <a:ext cx="5801917" cy="741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Goal</a:t>
            </a:r>
          </a:p>
        </p:txBody>
      </p:sp>
      <p:pic>
        <p:nvPicPr>
          <p:cNvPr id="9" name="Graphic 8" descr="CRM Customer Insights App">
            <a:extLst>
              <a:ext uri="{FF2B5EF4-FFF2-40B4-BE49-F238E27FC236}">
                <a16:creationId xmlns:a16="http://schemas.microsoft.com/office/drawing/2014/main" id="{C7E9029B-CFF4-20BF-2218-4DA74E0C0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416" y="893140"/>
            <a:ext cx="1198532" cy="11985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2542A3-CE81-8DEB-4770-EF2EC81E2F16}"/>
              </a:ext>
            </a:extLst>
          </p:cNvPr>
          <p:cNvSpPr txBox="1"/>
          <p:nvPr/>
        </p:nvSpPr>
        <p:spPr>
          <a:xfrm>
            <a:off x="1266231" y="2396888"/>
            <a:ext cx="5801917" cy="2057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9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Create Schema and load retail data for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Perform Data cleaning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Perform descriptive and statistical data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Use Advanced SQL to extract data to perform non-obvious information and trends.</a:t>
            </a:r>
          </a:p>
          <a:p>
            <a:endParaRPr lang="en-IN" sz="32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pic>
        <p:nvPicPr>
          <p:cNvPr id="11" name="Graphic 10" descr="CRM Customer Insights App">
            <a:extLst>
              <a:ext uri="{FF2B5EF4-FFF2-40B4-BE49-F238E27FC236}">
                <a16:creationId xmlns:a16="http://schemas.microsoft.com/office/drawing/2014/main" id="{7E451BED-0668-4D02-BDA8-531E976B6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00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70D77-F94A-51DC-E0B2-B1082495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3196C-56EC-04D0-1B0F-EFD22E0B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of Analysis done</a:t>
            </a:r>
          </a:p>
        </p:txBody>
      </p:sp>
      <p:graphicFrame>
        <p:nvGraphicFramePr>
          <p:cNvPr id="20" name="TextBox 5">
            <a:extLst>
              <a:ext uri="{FF2B5EF4-FFF2-40B4-BE49-F238E27FC236}">
                <a16:creationId xmlns:a16="http://schemas.microsoft.com/office/drawing/2014/main" id="{B2883136-32B0-816B-7B8D-57CA5F202E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3537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550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CBF9-19E2-91E2-ED03-76BD6D7B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8242" y="143058"/>
            <a:ext cx="6390807" cy="676457"/>
          </a:xfrm>
        </p:spPr>
        <p:txBody>
          <a:bodyPr>
            <a:normAutofit/>
          </a:bodyPr>
          <a:lstStyle/>
          <a:p>
            <a:r>
              <a:rPr lang="en-US" sz="2400" dirty="0"/>
              <a:t>ER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A4A11-46E1-62A0-4A1E-02BBFC1AD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FC8DD-3C87-25F5-FB0B-D8E6A143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4" y="819515"/>
            <a:ext cx="11017770" cy="603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8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57BC4-D585-DECB-F6E0-B549492F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9DAFE-2374-0476-85A3-2025A40A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61" y="2887057"/>
            <a:ext cx="4158605" cy="10838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 Summary</a:t>
            </a:r>
          </a:p>
        </p:txBody>
      </p:sp>
      <p:graphicFrame>
        <p:nvGraphicFramePr>
          <p:cNvPr id="24" name="TextBox 21">
            <a:extLst>
              <a:ext uri="{FF2B5EF4-FFF2-40B4-BE49-F238E27FC236}">
                <a16:creationId xmlns:a16="http://schemas.microsoft.com/office/drawing/2014/main" id="{3801E30A-D160-56AF-43ED-274FEC05A7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180845"/>
              </p:ext>
            </p:extLst>
          </p:nvPr>
        </p:nvGraphicFramePr>
        <p:xfrm>
          <a:off x="4611329" y="1039882"/>
          <a:ext cx="7065559" cy="51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035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CF3CC-C4D0-D60A-C470-554F00A7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52563-E5BD-C3D9-086D-85965DD7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Techniques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7F6BC-88D0-A1B2-56A1-8945CDFBD298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SQL Joins</a:t>
            </a:r>
            <a:br>
              <a:rPr lang="en-US" sz="2000" b="0" i="0" u="none" strike="noStrike" dirty="0">
                <a:effectLst/>
              </a:rPr>
            </a:br>
            <a:br>
              <a:rPr lang="en-US" sz="2000" b="0" i="0" u="none" strike="noStrike" dirty="0">
                <a:effectLst/>
              </a:rPr>
            </a:br>
            <a:r>
              <a:rPr lang="en-US" sz="2000" b="1" dirty="0"/>
              <a:t>Subqueries </a:t>
            </a:r>
            <a:br>
              <a:rPr lang="en-US" sz="2000" b="0" i="0" u="none" strike="noStrike" dirty="0">
                <a:effectLst/>
              </a:rPr>
            </a:br>
            <a:br>
              <a:rPr lang="en-US" sz="2000" b="0" i="0" u="none" strike="noStrike" dirty="0">
                <a:effectLst/>
              </a:rPr>
            </a:br>
            <a:r>
              <a:rPr lang="en-US" sz="2000" b="1" i="0" u="none" strike="noStrike" dirty="0">
                <a:effectLst/>
              </a:rPr>
              <a:t>CTE</a:t>
            </a:r>
            <a:br>
              <a:rPr lang="en-US" sz="2000" b="0" i="0" u="none" strike="noStrike" dirty="0">
                <a:effectLst/>
              </a:rPr>
            </a:br>
            <a:br>
              <a:rPr lang="en-US" sz="2000" b="0" i="0" u="none" strike="noStrike" dirty="0">
                <a:effectLst/>
              </a:rPr>
            </a:br>
            <a:r>
              <a:rPr lang="en-US" sz="2000" b="0" i="0" u="none" strike="noStrike" dirty="0">
                <a:effectLst/>
              </a:rPr>
              <a:t> </a:t>
            </a:r>
            <a:r>
              <a:rPr lang="en-US" sz="2000" b="1" i="0" u="none" strike="noStrike" dirty="0" err="1">
                <a:effectLst/>
              </a:rPr>
              <a:t>GroupBy</a:t>
            </a:r>
            <a:r>
              <a:rPr lang="en-US" sz="2000" b="1" i="0" u="none" strike="noStrike" dirty="0">
                <a:effectLst/>
              </a:rPr>
              <a:t> Operations</a:t>
            </a:r>
            <a:br>
              <a:rPr lang="en-US" sz="2000" b="0" i="0" u="none" strike="noStrike" dirty="0">
                <a:effectLst/>
              </a:rPr>
            </a:br>
            <a:endParaRPr lang="en-US" sz="20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860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98AB-0797-E5E6-E1BC-7D1F539F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64DA-993D-8B10-6800-B4F0BD8C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4BC3-009A-820A-91FC-2D6CEFEE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350"/>
            <a:ext cx="11015546" cy="283502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387E8-C4FB-FFD4-0721-B1125D8524A0}"/>
              </a:ext>
            </a:extLst>
          </p:cNvPr>
          <p:cNvSpPr txBox="1"/>
          <p:nvPr/>
        </p:nvSpPr>
        <p:spPr>
          <a:xfrm>
            <a:off x="764308" y="1662607"/>
            <a:ext cx="296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Monthly Sales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526DD-4D2E-02A8-2CDD-E539A8E96551}"/>
              </a:ext>
            </a:extLst>
          </p:cNvPr>
          <p:cNvSpPr txBox="1"/>
          <p:nvPr/>
        </p:nvSpPr>
        <p:spPr>
          <a:xfrm>
            <a:off x="6617119" y="1657939"/>
            <a:ext cx="2017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Sales per country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CCB5064-3607-5C1A-6582-72B26BAD096E}"/>
              </a:ext>
            </a:extLst>
          </p:cNvPr>
          <p:cNvGraphicFramePr>
            <a:graphicFrameLocks/>
          </p:cNvGraphicFramePr>
          <p:nvPr/>
        </p:nvGraphicFramePr>
        <p:xfrm>
          <a:off x="6026167" y="2178018"/>
          <a:ext cx="4105275" cy="2652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447D59-E66E-7B6B-3D13-A416859B0E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994172"/>
              </p:ext>
            </p:extLst>
          </p:nvPr>
        </p:nvGraphicFramePr>
        <p:xfrm>
          <a:off x="1076425" y="23053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16891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8361-59AC-10B1-AA19-353804DA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8B2F-6B6D-DF74-CC13-9F102468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C5C3-BD5A-5963-D936-1BEAC88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350"/>
            <a:ext cx="11015546" cy="283502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43DAB-6C1D-0036-C4C3-C72278DF22ED}"/>
              </a:ext>
            </a:extLst>
          </p:cNvPr>
          <p:cNvSpPr txBox="1"/>
          <p:nvPr/>
        </p:nvSpPr>
        <p:spPr>
          <a:xfrm>
            <a:off x="764308" y="1662607"/>
            <a:ext cx="271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Review Length Vs Rating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5B445-2648-4708-9DF0-7FEA4A948DCF}"/>
              </a:ext>
            </a:extLst>
          </p:cNvPr>
          <p:cNvSpPr txBox="1"/>
          <p:nvPr/>
        </p:nvSpPr>
        <p:spPr>
          <a:xfrm>
            <a:off x="7063514" y="1704367"/>
            <a:ext cx="233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10 products sold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21D448C-B68D-2F4F-DEA9-A2F1BB40E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5056798"/>
              </p:ext>
            </p:extLst>
          </p:nvPr>
        </p:nvGraphicFramePr>
        <p:xfrm>
          <a:off x="556661" y="25095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B81E97-CD59-E076-65F7-0FD1A7C3BB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2365399"/>
              </p:ext>
            </p:extLst>
          </p:nvPr>
        </p:nvGraphicFramePr>
        <p:xfrm>
          <a:off x="5946809" y="235126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920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5EC8-A0E7-CA81-D3DC-DAD181DFD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3746-C90F-0FC2-2E23-F28CBA86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FFCE8-E8F3-425A-64C9-749E2BCD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350"/>
            <a:ext cx="11015546" cy="283502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3A65F-EA98-7112-F03C-43916CED62C5}"/>
              </a:ext>
            </a:extLst>
          </p:cNvPr>
          <p:cNvSpPr txBox="1"/>
          <p:nvPr/>
        </p:nvSpPr>
        <p:spPr>
          <a:xfrm>
            <a:off x="764308" y="1662607"/>
            <a:ext cx="299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Online versus Offline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7437B-6046-E79D-0078-2D87D02887C2}"/>
              </a:ext>
            </a:extLst>
          </p:cNvPr>
          <p:cNvSpPr txBox="1"/>
          <p:nvPr/>
        </p:nvSpPr>
        <p:spPr>
          <a:xfrm>
            <a:off x="7063514" y="1704367"/>
            <a:ext cx="233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10 products sold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FB625D3-3A7F-AF97-FDF6-657C1C7C9C0B}"/>
              </a:ext>
            </a:extLst>
          </p:cNvPr>
          <p:cNvGraphicFramePr>
            <a:graphicFrameLocks/>
          </p:cNvGraphicFramePr>
          <p:nvPr/>
        </p:nvGraphicFramePr>
        <p:xfrm>
          <a:off x="556661" y="25095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40F6DC8-C89E-7393-63C3-D691C42503F9}"/>
              </a:ext>
            </a:extLst>
          </p:cNvPr>
          <p:cNvGraphicFramePr>
            <a:graphicFrameLocks/>
          </p:cNvGraphicFramePr>
          <p:nvPr/>
        </p:nvGraphicFramePr>
        <p:xfrm>
          <a:off x="5946809" y="235126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77CAD2D-9BC4-5548-8D08-632113C3E0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903234"/>
              </p:ext>
            </p:extLst>
          </p:nvPr>
        </p:nvGraphicFramePr>
        <p:xfrm>
          <a:off x="681790" y="24533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5000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B3D1-D671-A324-9374-55F678CB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7167-9E0B-5119-3C6A-2EFEC05C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BC0-4CBB-91D7-E13B-17FABE97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350"/>
            <a:ext cx="11015546" cy="283502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374DF-C1F8-E7A8-98CB-558EF57C5B83}"/>
              </a:ext>
            </a:extLst>
          </p:cNvPr>
          <p:cNvSpPr txBox="1"/>
          <p:nvPr/>
        </p:nvSpPr>
        <p:spPr>
          <a:xfrm>
            <a:off x="764308" y="1662607"/>
            <a:ext cx="276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Total Sales Per Weekday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BD298DC-1136-5D1D-E05B-4C1384DF2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384547"/>
              </p:ext>
            </p:extLst>
          </p:nvPr>
        </p:nvGraphicFramePr>
        <p:xfrm>
          <a:off x="764308" y="23053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A260AB2-EACB-1873-838E-713E550F1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8635494"/>
              </p:ext>
            </p:extLst>
          </p:nvPr>
        </p:nvGraphicFramePr>
        <p:xfrm>
          <a:off x="6026167" y="2178018"/>
          <a:ext cx="4105275" cy="2652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971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BCA89-E985-189B-9A5A-7C26C04F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2978F-E094-5485-C8AA-25E88B95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</a:t>
            </a:r>
            <a:b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extBox 5">
            <a:extLst>
              <a:ext uri="{FF2B5EF4-FFF2-40B4-BE49-F238E27FC236}">
                <a16:creationId xmlns:a16="http://schemas.microsoft.com/office/drawing/2014/main" id="{93167797-631A-6048-2AF4-641D9421D3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95170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7282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C60C2-6EC6-C99F-6398-A37AE247E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7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21498</TotalTime>
  <Words>398</Words>
  <Application>Microsoft Office PowerPoint</Application>
  <PresentationFormat>Widescreen</PresentationFormat>
  <Paragraphs>85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Corbel</vt:lpstr>
      <vt:lpstr>Courier New</vt:lpstr>
      <vt:lpstr>Neue Haas Grotesk Text Pro</vt:lpstr>
      <vt:lpstr>Wingdings 2</vt:lpstr>
      <vt:lpstr>Office Theme</vt:lpstr>
      <vt:lpstr>Frame</vt:lpstr>
      <vt:lpstr>SQL Mini Project Submission– Mini Project Presentation</vt:lpstr>
      <vt:lpstr>Dataset – Global Electronics Retailer</vt:lpstr>
      <vt:lpstr>PowerPoint Presentation</vt:lpstr>
      <vt:lpstr>Summary of Analysis done</vt:lpstr>
      <vt:lpstr>ER Diagram</vt:lpstr>
      <vt:lpstr>Data Cleaning Summary</vt:lpstr>
      <vt:lpstr>SQL Techniques Used</vt:lpstr>
      <vt:lpstr>Data Visualization</vt:lpstr>
      <vt:lpstr>Data Visualization</vt:lpstr>
      <vt:lpstr>Data Visualization</vt:lpstr>
      <vt:lpstr>Data Visualization</vt:lpstr>
      <vt:lpstr>Key Findings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Nirmal Prabhakar</dc:creator>
  <cp:lastModifiedBy>jyothsna ragunath</cp:lastModifiedBy>
  <cp:revision>4</cp:revision>
  <dcterms:created xsi:type="dcterms:W3CDTF">2025-06-11T04:39:19Z</dcterms:created>
  <dcterms:modified xsi:type="dcterms:W3CDTF">2025-08-02T16:23:36Z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7f6f79-9070-4ada-976f-86354d57e079_Enabled">
    <vt:lpwstr>true</vt:lpwstr>
  </property>
  <property fmtid="{D5CDD505-2E9C-101B-9397-08002B2CF9AE}" pid="3" name="MSIP_Label_147f6f79-9070-4ada-976f-86354d57e079_SetDate">
    <vt:lpwstr>2025-06-28T11:45:50Z</vt:lpwstr>
  </property>
  <property fmtid="{D5CDD505-2E9C-101B-9397-08002B2CF9AE}" pid="4" name="MSIP_Label_147f6f79-9070-4ada-976f-86354d57e079_Method">
    <vt:lpwstr>Privileged</vt:lpwstr>
  </property>
  <property fmtid="{D5CDD505-2E9C-101B-9397-08002B2CF9AE}" pid="5" name="MSIP_Label_147f6f79-9070-4ada-976f-86354d57e079_Name">
    <vt:lpwstr>Public</vt:lpwstr>
  </property>
  <property fmtid="{D5CDD505-2E9C-101B-9397-08002B2CF9AE}" pid="6" name="MSIP_Label_147f6f79-9070-4ada-976f-86354d57e079_SiteId">
    <vt:lpwstr>8d894c2b-238f-490b-8dd1-d93898c5bf83</vt:lpwstr>
  </property>
  <property fmtid="{D5CDD505-2E9C-101B-9397-08002B2CF9AE}" pid="7" name="MSIP_Label_147f6f79-9070-4ada-976f-86354d57e079_ActionId">
    <vt:lpwstr>f959bc26-d40e-4fce-bec5-7ff56d80e48e</vt:lpwstr>
  </property>
  <property fmtid="{D5CDD505-2E9C-101B-9397-08002B2CF9AE}" pid="8" name="MSIP_Label_147f6f79-9070-4ada-976f-86354d57e079_ContentBits">
    <vt:lpwstr>0</vt:lpwstr>
  </property>
  <property fmtid="{D5CDD505-2E9C-101B-9397-08002B2CF9AE}" pid="9" name="MSIP_Label_147f6f79-9070-4ada-976f-86354d57e079_Tag">
    <vt:lpwstr>10, 0, 1, 1</vt:lpwstr>
  </property>
</Properties>
</file>